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83" r:id="rId2"/>
    <p:sldId id="258" r:id="rId3"/>
    <p:sldId id="285" r:id="rId4"/>
    <p:sldId id="256" r:id="rId5"/>
    <p:sldId id="286" r:id="rId6"/>
    <p:sldId id="257" r:id="rId7"/>
    <p:sldId id="259" r:id="rId8"/>
    <p:sldId id="287" r:id="rId9"/>
    <p:sldId id="260" r:id="rId10"/>
    <p:sldId id="288" r:id="rId11"/>
    <p:sldId id="261" r:id="rId12"/>
    <p:sldId id="289" r:id="rId13"/>
    <p:sldId id="262" r:id="rId14"/>
    <p:sldId id="290" r:id="rId15"/>
    <p:sldId id="291" r:id="rId16"/>
    <p:sldId id="265" r:id="rId17"/>
    <p:sldId id="292" r:id="rId18"/>
    <p:sldId id="266" r:id="rId19"/>
    <p:sldId id="293" r:id="rId20"/>
    <p:sldId id="275" r:id="rId21"/>
    <p:sldId id="294" r:id="rId22"/>
    <p:sldId id="295" r:id="rId23"/>
    <p:sldId id="276" r:id="rId24"/>
    <p:sldId id="296" r:id="rId25"/>
    <p:sldId id="277" r:id="rId26"/>
    <p:sldId id="298" r:id="rId27"/>
    <p:sldId id="297" r:id="rId28"/>
    <p:sldId id="278" r:id="rId29"/>
    <p:sldId id="299" r:id="rId30"/>
    <p:sldId id="300" r:id="rId31"/>
    <p:sldId id="279" r:id="rId32"/>
    <p:sldId id="301" r:id="rId33"/>
    <p:sldId id="280" r:id="rId34"/>
    <p:sldId id="302" r:id="rId35"/>
    <p:sldId id="281" r:id="rId36"/>
    <p:sldId id="303" r:id="rId37"/>
    <p:sldId id="304" r:id="rId38"/>
    <p:sldId id="282" r:id="rId39"/>
    <p:sldId id="305" r:id="rId40"/>
    <p:sldId id="306" r:id="rId41"/>
    <p:sldId id="307" r:id="rId42"/>
    <p:sldId id="308" r:id="rId43"/>
    <p:sldId id="309" r:id="rId44"/>
    <p:sldId id="310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AE1A1-D487-49CB-9161-B975CB0D65AC}" v="240" dt="2026-04-24T10:49:36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Mansoor, Arshiya" userId="f3156deb-4271-4614-8b32-45c9e2d6604c" providerId="ADAL" clId="{981131AF-E6E3-4A76-971B-05871BFA54CD}"/>
    <pc:docChg chg="undo custSel addSld delSld modSld">
      <pc:chgData name="Mohd Mansoor, Arshiya" userId="f3156deb-4271-4614-8b32-45c9e2d6604c" providerId="ADAL" clId="{981131AF-E6E3-4A76-971B-05871BFA54CD}" dt="2026-04-24T10:59:00.673" v="4715" actId="207"/>
      <pc:docMkLst>
        <pc:docMk/>
      </pc:docMkLst>
      <pc:sldChg chg="modSp mod">
        <pc:chgData name="Mohd Mansoor, Arshiya" userId="f3156deb-4271-4614-8b32-45c9e2d6604c" providerId="ADAL" clId="{981131AF-E6E3-4A76-971B-05871BFA54CD}" dt="2026-04-23T14:06:11.874" v="2914" actId="207"/>
        <pc:sldMkLst>
          <pc:docMk/>
          <pc:sldMk cId="0" sldId="256"/>
        </pc:sldMkLst>
        <pc:spChg chg="mod">
          <ac:chgData name="Mohd Mansoor, Arshiya" userId="f3156deb-4271-4614-8b32-45c9e2d6604c" providerId="ADAL" clId="{981131AF-E6E3-4A76-971B-05871BFA54CD}" dt="2026-04-23T14:06:11.874" v="2914" actId="20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Mohd Mansoor, Arshiya" userId="f3156deb-4271-4614-8b32-45c9e2d6604c" providerId="ADAL" clId="{981131AF-E6E3-4A76-971B-05871BFA54CD}" dt="2026-04-22T18:51:46.544" v="901" actId="1076"/>
        <pc:sldMkLst>
          <pc:docMk/>
          <pc:sldMk cId="0" sldId="257"/>
        </pc:sldMkLst>
        <pc:spChg chg="mod">
          <ac:chgData name="Mohd Mansoor, Arshiya" userId="f3156deb-4271-4614-8b32-45c9e2d6604c" providerId="ADAL" clId="{981131AF-E6E3-4A76-971B-05871BFA54CD}" dt="2026-04-22T18:51:03.502" v="893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Mohd Mansoor, Arshiya" userId="f3156deb-4271-4614-8b32-45c9e2d6604c" providerId="ADAL" clId="{981131AF-E6E3-4A76-971B-05871BFA54CD}" dt="2026-04-22T18:47:11.558" v="875" actId="113"/>
          <ac:spMkLst>
            <pc:docMk/>
            <pc:sldMk cId="0" sldId="257"/>
            <ac:spMk id="11" creationId="{8451E030-A924-F15A-569C-72E606CFDD45}"/>
          </ac:spMkLst>
        </pc:spChg>
        <pc:spChg chg="add mod">
          <ac:chgData name="Mohd Mansoor, Arshiya" userId="f3156deb-4271-4614-8b32-45c9e2d6604c" providerId="ADAL" clId="{981131AF-E6E3-4A76-971B-05871BFA54CD}" dt="2026-04-22T18:43:20.763" v="832" actId="14100"/>
          <ac:spMkLst>
            <pc:docMk/>
            <pc:sldMk cId="0" sldId="257"/>
            <ac:spMk id="13" creationId="{5DD9C651-EABC-7145-6414-FC818B5A0E46}"/>
          </ac:spMkLst>
        </pc:spChg>
        <pc:spChg chg="add mod">
          <ac:chgData name="Mohd Mansoor, Arshiya" userId="f3156deb-4271-4614-8b32-45c9e2d6604c" providerId="ADAL" clId="{981131AF-E6E3-4A76-971B-05871BFA54CD}" dt="2026-04-22T18:45:38.979" v="866" actId="14100"/>
          <ac:spMkLst>
            <pc:docMk/>
            <pc:sldMk cId="0" sldId="257"/>
            <ac:spMk id="14" creationId="{23C5EF58-86E4-769C-A810-18B037711AE2}"/>
          </ac:spMkLst>
        </pc:spChg>
        <pc:spChg chg="add mod">
          <ac:chgData name="Mohd Mansoor, Arshiya" userId="f3156deb-4271-4614-8b32-45c9e2d6604c" providerId="ADAL" clId="{981131AF-E6E3-4A76-971B-05871BFA54CD}" dt="2026-04-22T18:45:30.375" v="865" actId="1076"/>
          <ac:spMkLst>
            <pc:docMk/>
            <pc:sldMk cId="0" sldId="257"/>
            <ac:spMk id="17" creationId="{A0664054-221E-29B5-03FD-5065534F7D5E}"/>
          </ac:spMkLst>
        </pc:spChg>
        <pc:spChg chg="add mod">
          <ac:chgData name="Mohd Mansoor, Arshiya" userId="f3156deb-4271-4614-8b32-45c9e2d6604c" providerId="ADAL" clId="{981131AF-E6E3-4A76-971B-05871BFA54CD}" dt="2026-04-22T18:46:43.981" v="871" actId="14100"/>
          <ac:spMkLst>
            <pc:docMk/>
            <pc:sldMk cId="0" sldId="257"/>
            <ac:spMk id="18" creationId="{08A71549-EC8C-CD13-9FE7-59A8F3865C7D}"/>
          </ac:spMkLst>
        </pc:spChg>
        <pc:spChg chg="add mod">
          <ac:chgData name="Mohd Mansoor, Arshiya" userId="f3156deb-4271-4614-8b32-45c9e2d6604c" providerId="ADAL" clId="{981131AF-E6E3-4A76-971B-05871BFA54CD}" dt="2026-04-22T18:50:32.185" v="890" actId="113"/>
          <ac:spMkLst>
            <pc:docMk/>
            <pc:sldMk cId="0" sldId="257"/>
            <ac:spMk id="20" creationId="{2725C6FA-390B-3FF9-03CE-5C0E9CF1DA19}"/>
          </ac:spMkLst>
        </pc:spChg>
        <pc:spChg chg="add mod">
          <ac:chgData name="Mohd Mansoor, Arshiya" userId="f3156deb-4271-4614-8b32-45c9e2d6604c" providerId="ADAL" clId="{981131AF-E6E3-4A76-971B-05871BFA54CD}" dt="2026-04-22T18:51:46.544" v="901" actId="1076"/>
          <ac:spMkLst>
            <pc:docMk/>
            <pc:sldMk cId="0" sldId="257"/>
            <ac:spMk id="22" creationId="{D4465BD6-79D6-FE49-D9AE-7B0E8748F60B}"/>
          </ac:spMkLst>
        </pc:spChg>
      </pc:sldChg>
      <pc:sldChg chg="modSp mod">
        <pc:chgData name="Mohd Mansoor, Arshiya" userId="f3156deb-4271-4614-8b32-45c9e2d6604c" providerId="ADAL" clId="{981131AF-E6E3-4A76-971B-05871BFA54CD}" dt="2026-04-22T17:08:27.497" v="133" actId="113"/>
        <pc:sldMkLst>
          <pc:docMk/>
          <pc:sldMk cId="0" sldId="258"/>
        </pc:sldMkLst>
        <pc:spChg chg="mod">
          <ac:chgData name="Mohd Mansoor, Arshiya" userId="f3156deb-4271-4614-8b32-45c9e2d6604c" providerId="ADAL" clId="{981131AF-E6E3-4A76-971B-05871BFA54CD}" dt="2026-04-22T17:08:27.497" v="133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ohd Mansoor, Arshiya" userId="f3156deb-4271-4614-8b32-45c9e2d6604c" providerId="ADAL" clId="{981131AF-E6E3-4A76-971B-05871BFA54CD}" dt="2026-04-23T14:11:56.433" v="2915" actId="20577"/>
        <pc:sldMkLst>
          <pc:docMk/>
          <pc:sldMk cId="0" sldId="259"/>
        </pc:sldMkLst>
        <pc:spChg chg="mod">
          <ac:chgData name="Mohd Mansoor, Arshiya" userId="f3156deb-4271-4614-8b32-45c9e2d6604c" providerId="ADAL" clId="{981131AF-E6E3-4A76-971B-05871BFA54CD}" dt="2026-04-23T14:11:56.433" v="2915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ohd Mansoor, Arshiya" userId="f3156deb-4271-4614-8b32-45c9e2d6604c" providerId="ADAL" clId="{981131AF-E6E3-4A76-971B-05871BFA54CD}" dt="2026-04-22T19:15:25.711" v="1034" actId="207"/>
        <pc:sldMkLst>
          <pc:docMk/>
          <pc:sldMk cId="0" sldId="260"/>
        </pc:sldMkLst>
        <pc:spChg chg="mod">
          <ac:chgData name="Mohd Mansoor, Arshiya" userId="f3156deb-4271-4614-8b32-45c9e2d6604c" providerId="ADAL" clId="{981131AF-E6E3-4A76-971B-05871BFA54CD}" dt="2026-04-22T19:15:25.711" v="1034" actId="20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Mohd Mansoor, Arshiya" userId="f3156deb-4271-4614-8b32-45c9e2d6604c" providerId="ADAL" clId="{981131AF-E6E3-4A76-971B-05871BFA54CD}" dt="2026-04-22T19:36:59.871" v="1104" actId="21"/>
        <pc:sldMkLst>
          <pc:docMk/>
          <pc:sldMk cId="0" sldId="261"/>
        </pc:sldMkLst>
        <pc:spChg chg="add mod">
          <ac:chgData name="Mohd Mansoor, Arshiya" userId="f3156deb-4271-4614-8b32-45c9e2d6604c" providerId="ADAL" clId="{981131AF-E6E3-4A76-971B-05871BFA54CD}" dt="2026-04-22T19:36:30.420" v="1099"/>
          <ac:spMkLst>
            <pc:docMk/>
            <pc:sldMk cId="0" sldId="261"/>
            <ac:spMk id="2" creationId="{C2313E5A-34DF-F2D6-074E-D21166347F4C}"/>
          </ac:spMkLst>
        </pc:spChg>
        <pc:spChg chg="add del mod">
          <ac:chgData name="Mohd Mansoor, Arshiya" userId="f3156deb-4271-4614-8b32-45c9e2d6604c" providerId="ADAL" clId="{981131AF-E6E3-4A76-971B-05871BFA54CD}" dt="2026-04-22T19:36:45.759" v="1101" actId="21"/>
          <ac:spMkLst>
            <pc:docMk/>
            <pc:sldMk cId="0" sldId="261"/>
            <ac:spMk id="4" creationId="{3D6727AE-0CE5-28A9-C128-CA29FFF751B0}"/>
          </ac:spMkLst>
        </pc:spChg>
        <pc:spChg chg="add mod">
          <ac:chgData name="Mohd Mansoor, Arshiya" userId="f3156deb-4271-4614-8b32-45c9e2d6604c" providerId="ADAL" clId="{981131AF-E6E3-4A76-971B-05871BFA54CD}" dt="2026-04-22T19:36:30.420" v="1099"/>
          <ac:spMkLst>
            <pc:docMk/>
            <pc:sldMk cId="0" sldId="261"/>
            <ac:spMk id="5" creationId="{C8650B9B-B543-8788-B9DF-9A66C4D41949}"/>
          </ac:spMkLst>
        </pc:spChg>
        <pc:spChg chg="add mod">
          <ac:chgData name="Mohd Mansoor, Arshiya" userId="f3156deb-4271-4614-8b32-45c9e2d6604c" providerId="ADAL" clId="{981131AF-E6E3-4A76-971B-05871BFA54CD}" dt="2026-04-22T19:36:30.420" v="1099"/>
          <ac:spMkLst>
            <pc:docMk/>
            <pc:sldMk cId="0" sldId="261"/>
            <ac:spMk id="6" creationId="{9DA923F6-90AA-815A-748F-641ECC4482B6}"/>
          </ac:spMkLst>
        </pc:spChg>
        <pc:spChg chg="add mod">
          <ac:chgData name="Mohd Mansoor, Arshiya" userId="f3156deb-4271-4614-8b32-45c9e2d6604c" providerId="ADAL" clId="{981131AF-E6E3-4A76-971B-05871BFA54CD}" dt="2026-04-22T19:36:30.420" v="1099"/>
          <ac:spMkLst>
            <pc:docMk/>
            <pc:sldMk cId="0" sldId="261"/>
            <ac:spMk id="7" creationId="{175217F7-9DAA-9632-D14F-F31A192C000F}"/>
          </ac:spMkLst>
        </pc:spChg>
      </pc:sldChg>
      <pc:sldChg chg="addSp modSp mod">
        <pc:chgData name="Mohd Mansoor, Arshiya" userId="f3156deb-4271-4614-8b32-45c9e2d6604c" providerId="ADAL" clId="{981131AF-E6E3-4A76-971B-05871BFA54CD}" dt="2026-04-24T10:56:43.370" v="4700" actId="1076"/>
        <pc:sldMkLst>
          <pc:docMk/>
          <pc:sldMk cId="0" sldId="262"/>
        </pc:sldMkLst>
        <pc:spChg chg="mod">
          <ac:chgData name="Mohd Mansoor, Arshiya" userId="f3156deb-4271-4614-8b32-45c9e2d6604c" providerId="ADAL" clId="{981131AF-E6E3-4A76-971B-05871BFA54CD}" dt="2026-04-24T10:56:43.370" v="4700" actId="1076"/>
          <ac:spMkLst>
            <pc:docMk/>
            <pc:sldMk cId="0" sldId="262"/>
            <ac:spMk id="3" creationId="{00000000-0000-0000-0000-000000000000}"/>
          </ac:spMkLst>
        </pc:spChg>
        <pc:spChg chg="add">
          <ac:chgData name="Mohd Mansoor, Arshiya" userId="f3156deb-4271-4614-8b32-45c9e2d6604c" providerId="ADAL" clId="{981131AF-E6E3-4A76-971B-05871BFA54CD}" dt="2026-04-23T09:40:01.841" v="1258"/>
          <ac:spMkLst>
            <pc:docMk/>
            <pc:sldMk cId="0" sldId="262"/>
            <ac:spMk id="4" creationId="{14563B64-FB2C-003F-DC9A-1A350CEADAE6}"/>
          </ac:spMkLst>
        </pc:spChg>
      </pc:sldChg>
      <pc:sldChg chg="modSp mod">
        <pc:chgData name="Mohd Mansoor, Arshiya" userId="f3156deb-4271-4614-8b32-45c9e2d6604c" providerId="ADAL" clId="{981131AF-E6E3-4A76-971B-05871BFA54CD}" dt="2026-04-23T10:00:08.555" v="1488" actId="20577"/>
        <pc:sldMkLst>
          <pc:docMk/>
          <pc:sldMk cId="0" sldId="265"/>
        </pc:sldMkLst>
        <pc:spChg chg="mod">
          <ac:chgData name="Mohd Mansoor, Arshiya" userId="f3156deb-4271-4614-8b32-45c9e2d6604c" providerId="ADAL" clId="{981131AF-E6E3-4A76-971B-05871BFA54CD}" dt="2026-04-23T10:00:08.555" v="1488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">
        <pc:chgData name="Mohd Mansoor, Arshiya" userId="f3156deb-4271-4614-8b32-45c9e2d6604c" providerId="ADAL" clId="{981131AF-E6E3-4A76-971B-05871BFA54CD}" dt="2026-04-23T10:34:55.591" v="1837" actId="27636"/>
        <pc:sldMkLst>
          <pc:docMk/>
          <pc:sldMk cId="0" sldId="266"/>
        </pc:sldMkLst>
        <pc:spChg chg="mod">
          <ac:chgData name="Mohd Mansoor, Arshiya" userId="f3156deb-4271-4614-8b32-45c9e2d6604c" providerId="ADAL" clId="{981131AF-E6E3-4A76-971B-05871BFA54CD}" dt="2026-04-23T10:34:55.591" v="1837" actId="27636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Mohd Mansoor, Arshiya" userId="f3156deb-4271-4614-8b32-45c9e2d6604c" providerId="ADAL" clId="{981131AF-E6E3-4A76-971B-05871BFA54CD}" dt="2026-04-23T10:34:35.373" v="1832" actId="1076"/>
          <ac:spMkLst>
            <pc:docMk/>
            <pc:sldMk cId="0" sldId="266"/>
            <ac:spMk id="5" creationId="{47EAF34D-BF34-796B-B0D8-472E0795644E}"/>
          </ac:spMkLst>
        </pc:spChg>
        <pc:spChg chg="add">
          <ac:chgData name="Mohd Mansoor, Arshiya" userId="f3156deb-4271-4614-8b32-45c9e2d6604c" providerId="ADAL" clId="{981131AF-E6E3-4A76-971B-05871BFA54CD}" dt="2026-04-23T10:15:53.111" v="1630"/>
          <ac:spMkLst>
            <pc:docMk/>
            <pc:sldMk cId="0" sldId="266"/>
            <ac:spMk id="6" creationId="{AABF0817-8619-2431-5013-E9D3EED32620}"/>
          </ac:spMkLst>
        </pc:spChg>
        <pc:spChg chg="add">
          <ac:chgData name="Mohd Mansoor, Arshiya" userId="f3156deb-4271-4614-8b32-45c9e2d6604c" providerId="ADAL" clId="{981131AF-E6E3-4A76-971B-05871BFA54CD}" dt="2026-04-23T10:16:07.014" v="1631"/>
          <ac:spMkLst>
            <pc:docMk/>
            <pc:sldMk cId="0" sldId="266"/>
            <ac:spMk id="7" creationId="{3E651EC7-B0DC-B935-42B4-D4CEF701E8CB}"/>
          </ac:spMkLst>
        </pc:spChg>
        <pc:spChg chg="add">
          <ac:chgData name="Mohd Mansoor, Arshiya" userId="f3156deb-4271-4614-8b32-45c9e2d6604c" providerId="ADAL" clId="{981131AF-E6E3-4A76-971B-05871BFA54CD}" dt="2026-04-23T10:16:15.960" v="1634"/>
          <ac:spMkLst>
            <pc:docMk/>
            <pc:sldMk cId="0" sldId="266"/>
            <ac:spMk id="8" creationId="{CA46C26A-650E-DBA6-A14E-DABB267F97A8}"/>
          </ac:spMkLst>
        </pc:spChg>
        <pc:spChg chg="add">
          <ac:chgData name="Mohd Mansoor, Arshiya" userId="f3156deb-4271-4614-8b32-45c9e2d6604c" providerId="ADAL" clId="{981131AF-E6E3-4A76-971B-05871BFA54CD}" dt="2026-04-23T10:16:38.667" v="1641"/>
          <ac:spMkLst>
            <pc:docMk/>
            <pc:sldMk cId="0" sldId="266"/>
            <ac:spMk id="9" creationId="{46BD0F4F-9D4C-3B23-07A3-0AD22DF5B4A2}"/>
          </ac:spMkLst>
        </pc:spChg>
        <pc:spChg chg="add mod">
          <ac:chgData name="Mohd Mansoor, Arshiya" userId="f3156deb-4271-4614-8b32-45c9e2d6604c" providerId="ADAL" clId="{981131AF-E6E3-4A76-971B-05871BFA54CD}" dt="2026-04-23T10:34:39.496" v="1833" actId="1076"/>
          <ac:spMkLst>
            <pc:docMk/>
            <pc:sldMk cId="0" sldId="266"/>
            <ac:spMk id="10" creationId="{2069CC93-AC89-1A85-1A74-71B29CBE626C}"/>
          </ac:spMkLst>
        </pc:spChg>
        <pc:spChg chg="add del mod">
          <ac:chgData name="Mohd Mansoor, Arshiya" userId="f3156deb-4271-4614-8b32-45c9e2d6604c" providerId="ADAL" clId="{981131AF-E6E3-4A76-971B-05871BFA54CD}" dt="2026-04-23T10:34:46.231" v="1835" actId="1076"/>
          <ac:spMkLst>
            <pc:docMk/>
            <pc:sldMk cId="0" sldId="266"/>
            <ac:spMk id="11" creationId="{10A5E285-C7AC-A0C5-3F93-AE1D3C45ECDC}"/>
          </ac:spMkLst>
        </pc:spChg>
        <pc:spChg chg="add mod">
          <ac:chgData name="Mohd Mansoor, Arshiya" userId="f3156deb-4271-4614-8b32-45c9e2d6604c" providerId="ADAL" clId="{981131AF-E6E3-4A76-971B-05871BFA54CD}" dt="2026-04-23T10:28:54.105" v="1658" actId="20577"/>
          <ac:spMkLst>
            <pc:docMk/>
            <pc:sldMk cId="0" sldId="266"/>
            <ac:spMk id="12" creationId="{D09C9163-523F-E611-B248-DE774B14E007}"/>
          </ac:spMkLst>
        </pc:spChg>
        <pc:spChg chg="add del">
          <ac:chgData name="Mohd Mansoor, Arshiya" userId="f3156deb-4271-4614-8b32-45c9e2d6604c" providerId="ADAL" clId="{981131AF-E6E3-4A76-971B-05871BFA54CD}" dt="2026-04-23T10:29:00.801" v="1663" actId="478"/>
          <ac:spMkLst>
            <pc:docMk/>
            <pc:sldMk cId="0" sldId="266"/>
            <ac:spMk id="13" creationId="{E5BB4A6A-F9D4-B99A-B1EF-EDB015D19ADF}"/>
          </ac:spMkLst>
        </pc:spChg>
      </pc:sldChg>
      <pc:sldChg chg="modSp mod">
        <pc:chgData name="Mohd Mansoor, Arshiya" userId="f3156deb-4271-4614-8b32-45c9e2d6604c" providerId="ADAL" clId="{981131AF-E6E3-4A76-971B-05871BFA54CD}" dt="2026-04-24T10:40:19.341" v="4664" actId="207"/>
        <pc:sldMkLst>
          <pc:docMk/>
          <pc:sldMk cId="3519994678" sldId="276"/>
        </pc:sldMkLst>
        <pc:spChg chg="mod">
          <ac:chgData name="Mohd Mansoor, Arshiya" userId="f3156deb-4271-4614-8b32-45c9e2d6604c" providerId="ADAL" clId="{981131AF-E6E3-4A76-971B-05871BFA54CD}" dt="2026-04-24T10:40:19.341" v="4664" actId="207"/>
          <ac:spMkLst>
            <pc:docMk/>
            <pc:sldMk cId="3519994678" sldId="276"/>
            <ac:spMk id="3" creationId="{C6FE176C-8A1B-9071-4F03-929591520B14}"/>
          </ac:spMkLst>
        </pc:spChg>
      </pc:sldChg>
      <pc:sldChg chg="addSp modSp mod">
        <pc:chgData name="Mohd Mansoor, Arshiya" userId="f3156deb-4271-4614-8b32-45c9e2d6604c" providerId="ADAL" clId="{981131AF-E6E3-4A76-971B-05871BFA54CD}" dt="2026-04-23T13:22:52.852" v="2869" actId="255"/>
        <pc:sldMkLst>
          <pc:docMk/>
          <pc:sldMk cId="1800382318" sldId="277"/>
        </pc:sldMkLst>
        <pc:spChg chg="mod">
          <ac:chgData name="Mohd Mansoor, Arshiya" userId="f3156deb-4271-4614-8b32-45c9e2d6604c" providerId="ADAL" clId="{981131AF-E6E3-4A76-971B-05871BFA54CD}" dt="2026-04-23T13:22:52.852" v="2869" actId="255"/>
          <ac:spMkLst>
            <pc:docMk/>
            <pc:sldMk cId="1800382318" sldId="277"/>
            <ac:spMk id="3" creationId="{FA1AB2B9-2F0F-F0F5-06B8-6BC78CE7194D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4" creationId="{4E7B40CB-A36F-72BC-9497-99826FB05C93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5" creationId="{C2CB67DE-68C2-97F9-842B-8B426CBE6F9F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6" creationId="{498D7DD0-16B4-8EC9-44B5-C3984ECFAAC7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7" creationId="{4F5EE45A-33E1-2B5B-DB1D-4717DDE557CB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0" creationId="{BA2F47AB-866D-8690-7832-59D1C1B531C0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2" creationId="{04C615DE-37B9-2EDB-8AAA-E88605C18CC7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3" creationId="{1F93ED06-0EA6-C5AD-B41B-BE5A5462537F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4" creationId="{96DE64D6-F849-5F7E-C607-9BD9C0462FE9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5" creationId="{C53E5020-3D0A-294B-E724-4A41CE983CC8}"/>
          </ac:spMkLst>
        </pc:spChg>
        <pc:spChg chg="add mod">
          <ac:chgData name="Mohd Mansoor, Arshiya" userId="f3156deb-4271-4614-8b32-45c9e2d6604c" providerId="ADAL" clId="{981131AF-E6E3-4A76-971B-05871BFA54CD}" dt="2026-04-23T12:49:57.092" v="2323"/>
          <ac:spMkLst>
            <pc:docMk/>
            <pc:sldMk cId="1800382318" sldId="277"/>
            <ac:spMk id="16" creationId="{417CE578-347B-2474-B234-27E2B9D65B24}"/>
          </ac:spMkLst>
        </pc:spChg>
      </pc:sldChg>
      <pc:sldChg chg="modSp mod">
        <pc:chgData name="Mohd Mansoor, Arshiya" userId="f3156deb-4271-4614-8b32-45c9e2d6604c" providerId="ADAL" clId="{981131AF-E6E3-4A76-971B-05871BFA54CD}" dt="2026-04-24T10:58:04.809" v="4708" actId="255"/>
        <pc:sldMkLst>
          <pc:docMk/>
          <pc:sldMk cId="2540485877" sldId="278"/>
        </pc:sldMkLst>
        <pc:spChg chg="mod">
          <ac:chgData name="Mohd Mansoor, Arshiya" userId="f3156deb-4271-4614-8b32-45c9e2d6604c" providerId="ADAL" clId="{981131AF-E6E3-4A76-971B-05871BFA54CD}" dt="2026-04-24T10:58:04.809" v="4708" actId="255"/>
          <ac:spMkLst>
            <pc:docMk/>
            <pc:sldMk cId="2540485877" sldId="278"/>
            <ac:spMk id="3" creationId="{EFE9E02A-FB8A-FEB6-14D5-735D99BE4055}"/>
          </ac:spMkLst>
        </pc:spChg>
      </pc:sldChg>
      <pc:sldChg chg="modSp mod">
        <pc:chgData name="Mohd Mansoor, Arshiya" userId="f3156deb-4271-4614-8b32-45c9e2d6604c" providerId="ADAL" clId="{981131AF-E6E3-4A76-971B-05871BFA54CD}" dt="2026-04-24T10:59:00.673" v="4715" actId="207"/>
        <pc:sldMkLst>
          <pc:docMk/>
          <pc:sldMk cId="506336936" sldId="279"/>
        </pc:sldMkLst>
        <pc:spChg chg="mod">
          <ac:chgData name="Mohd Mansoor, Arshiya" userId="f3156deb-4271-4614-8b32-45c9e2d6604c" providerId="ADAL" clId="{981131AF-E6E3-4A76-971B-05871BFA54CD}" dt="2026-04-24T10:59:00.673" v="4715" actId="207"/>
          <ac:spMkLst>
            <pc:docMk/>
            <pc:sldMk cId="506336936" sldId="279"/>
            <ac:spMk id="3" creationId="{F4AE5400-9CDD-9796-4F08-53833EB00C8A}"/>
          </ac:spMkLst>
        </pc:spChg>
      </pc:sldChg>
      <pc:sldChg chg="modSp mod">
        <pc:chgData name="Mohd Mansoor, Arshiya" userId="f3156deb-4271-4614-8b32-45c9e2d6604c" providerId="ADAL" clId="{981131AF-E6E3-4A76-971B-05871BFA54CD}" dt="2026-04-23T16:32:19.745" v="3441" actId="255"/>
        <pc:sldMkLst>
          <pc:docMk/>
          <pc:sldMk cId="799665483" sldId="280"/>
        </pc:sldMkLst>
        <pc:spChg chg="mod">
          <ac:chgData name="Mohd Mansoor, Arshiya" userId="f3156deb-4271-4614-8b32-45c9e2d6604c" providerId="ADAL" clId="{981131AF-E6E3-4A76-971B-05871BFA54CD}" dt="2026-04-23T16:32:19.745" v="3441" actId="255"/>
          <ac:spMkLst>
            <pc:docMk/>
            <pc:sldMk cId="799665483" sldId="280"/>
            <ac:spMk id="3" creationId="{5AB4CA4A-603A-B7C1-79BB-87FAB5DBD4BD}"/>
          </ac:spMkLst>
        </pc:spChg>
      </pc:sldChg>
      <pc:sldChg chg="addSp modSp mod">
        <pc:chgData name="Mohd Mansoor, Arshiya" userId="f3156deb-4271-4614-8b32-45c9e2d6604c" providerId="ADAL" clId="{981131AF-E6E3-4A76-971B-05871BFA54CD}" dt="2026-04-23T16:44:03.030" v="3581" actId="1076"/>
        <pc:sldMkLst>
          <pc:docMk/>
          <pc:sldMk cId="2883748692" sldId="281"/>
        </pc:sldMkLst>
        <pc:spChg chg="add mod">
          <ac:chgData name="Mohd Mansoor, Arshiya" userId="f3156deb-4271-4614-8b32-45c9e2d6604c" providerId="ADAL" clId="{981131AF-E6E3-4A76-971B-05871BFA54CD}" dt="2026-04-23T16:44:03.030" v="3581" actId="1076"/>
          <ac:spMkLst>
            <pc:docMk/>
            <pc:sldMk cId="2883748692" sldId="281"/>
            <ac:spMk id="2" creationId="{A5B94045-9AD7-A83F-9073-1C81F6F53226}"/>
          </ac:spMkLst>
        </pc:spChg>
        <pc:spChg chg="mod">
          <ac:chgData name="Mohd Mansoor, Arshiya" userId="f3156deb-4271-4614-8b32-45c9e2d6604c" providerId="ADAL" clId="{981131AF-E6E3-4A76-971B-05871BFA54CD}" dt="2026-04-23T16:43:39.937" v="3579" actId="255"/>
          <ac:spMkLst>
            <pc:docMk/>
            <pc:sldMk cId="2883748692" sldId="281"/>
            <ac:spMk id="3" creationId="{DA3FF2E7-A6D0-B84E-27ED-CC2F068061F6}"/>
          </ac:spMkLst>
        </pc:spChg>
        <pc:spChg chg="add mod">
          <ac:chgData name="Mohd Mansoor, Arshiya" userId="f3156deb-4271-4614-8b32-45c9e2d6604c" providerId="ADAL" clId="{981131AF-E6E3-4A76-971B-05871BFA54CD}" dt="2026-04-23T16:39:07.297" v="3497" actId="207"/>
          <ac:spMkLst>
            <pc:docMk/>
            <pc:sldMk cId="2883748692" sldId="281"/>
            <ac:spMk id="4" creationId="{D12839D3-BAD8-F860-2E9D-7B0533DE8503}"/>
          </ac:spMkLst>
        </pc:spChg>
      </pc:sldChg>
      <pc:sldChg chg="addSp modSp mod">
        <pc:chgData name="Mohd Mansoor, Arshiya" userId="f3156deb-4271-4614-8b32-45c9e2d6604c" providerId="ADAL" clId="{981131AF-E6E3-4A76-971B-05871BFA54CD}" dt="2026-04-23T19:15:32.690" v="4049" actId="2711"/>
        <pc:sldMkLst>
          <pc:docMk/>
          <pc:sldMk cId="2545586053" sldId="282"/>
        </pc:sldMkLst>
        <pc:spChg chg="mod">
          <ac:chgData name="Mohd Mansoor, Arshiya" userId="f3156deb-4271-4614-8b32-45c9e2d6604c" providerId="ADAL" clId="{981131AF-E6E3-4A76-971B-05871BFA54CD}" dt="2026-04-23T18:56:04.473" v="4039" actId="207"/>
          <ac:spMkLst>
            <pc:docMk/>
            <pc:sldMk cId="2545586053" sldId="282"/>
            <ac:spMk id="3" creationId="{74517D02-120C-3E6A-043C-2218B9635EA1}"/>
          </ac:spMkLst>
        </pc:spChg>
        <pc:spChg chg="add">
          <ac:chgData name="Mohd Mansoor, Arshiya" userId="f3156deb-4271-4614-8b32-45c9e2d6604c" providerId="ADAL" clId="{981131AF-E6E3-4A76-971B-05871BFA54CD}" dt="2026-04-23T17:37:37.628" v="3683"/>
          <ac:spMkLst>
            <pc:docMk/>
            <pc:sldMk cId="2545586053" sldId="282"/>
            <ac:spMk id="4" creationId="{DA705489-8EEE-EF3B-52E5-7DC316E9D061}"/>
          </ac:spMkLst>
        </pc:spChg>
        <pc:spChg chg="mod">
          <ac:chgData name="Mohd Mansoor, Arshiya" userId="f3156deb-4271-4614-8b32-45c9e2d6604c" providerId="ADAL" clId="{981131AF-E6E3-4A76-971B-05871BFA54CD}" dt="2026-04-23T19:13:52.540" v="4043" actId="20577"/>
          <ac:spMkLst>
            <pc:docMk/>
            <pc:sldMk cId="2545586053" sldId="282"/>
            <ac:spMk id="5" creationId="{4D4392F2-6E41-9677-C60C-33E6A7F47F60}"/>
          </ac:spMkLst>
        </pc:spChg>
        <pc:spChg chg="add">
          <ac:chgData name="Mohd Mansoor, Arshiya" userId="f3156deb-4271-4614-8b32-45c9e2d6604c" providerId="ADAL" clId="{981131AF-E6E3-4A76-971B-05871BFA54CD}" dt="2026-04-23T18:12:10.828" v="3808"/>
          <ac:spMkLst>
            <pc:docMk/>
            <pc:sldMk cId="2545586053" sldId="282"/>
            <ac:spMk id="6" creationId="{4E1BB820-9761-1CD1-6351-43299A391F59}"/>
          </ac:spMkLst>
        </pc:spChg>
        <pc:spChg chg="add">
          <ac:chgData name="Mohd Mansoor, Arshiya" userId="f3156deb-4271-4614-8b32-45c9e2d6604c" providerId="ADAL" clId="{981131AF-E6E3-4A76-971B-05871BFA54CD}" dt="2026-04-23T18:12:18.270" v="3811"/>
          <ac:spMkLst>
            <pc:docMk/>
            <pc:sldMk cId="2545586053" sldId="282"/>
            <ac:spMk id="7" creationId="{08B2D803-179B-0468-64F7-E5F389479544}"/>
          </ac:spMkLst>
        </pc:spChg>
        <pc:spChg chg="add">
          <ac:chgData name="Mohd Mansoor, Arshiya" userId="f3156deb-4271-4614-8b32-45c9e2d6604c" providerId="ADAL" clId="{981131AF-E6E3-4A76-971B-05871BFA54CD}" dt="2026-04-23T18:20:40.210" v="3866"/>
          <ac:spMkLst>
            <pc:docMk/>
            <pc:sldMk cId="2545586053" sldId="282"/>
            <ac:spMk id="8" creationId="{3D5AB2EB-688C-762F-3700-73DFC5EAE940}"/>
          </ac:spMkLst>
        </pc:spChg>
        <pc:spChg chg="add mod">
          <ac:chgData name="Mohd Mansoor, Arshiya" userId="f3156deb-4271-4614-8b32-45c9e2d6604c" providerId="ADAL" clId="{981131AF-E6E3-4A76-971B-05871BFA54CD}" dt="2026-04-23T18:21:47.825" v="3869"/>
          <ac:spMkLst>
            <pc:docMk/>
            <pc:sldMk cId="2545586053" sldId="282"/>
            <ac:spMk id="9" creationId="{E6A1354F-42AA-00CE-C10C-1A838C2637A2}"/>
          </ac:spMkLst>
        </pc:spChg>
        <pc:spChg chg="add mod">
          <ac:chgData name="Mohd Mansoor, Arshiya" userId="f3156deb-4271-4614-8b32-45c9e2d6604c" providerId="ADAL" clId="{981131AF-E6E3-4A76-971B-05871BFA54CD}" dt="2026-04-23T19:15:32.690" v="4049" actId="2711"/>
          <ac:spMkLst>
            <pc:docMk/>
            <pc:sldMk cId="2545586053" sldId="282"/>
            <ac:spMk id="11" creationId="{36CF744F-A2EB-08FF-469E-D34B2CE5A77F}"/>
          </ac:spMkLst>
        </pc:spChg>
      </pc:sldChg>
      <pc:sldChg chg="modSp mod">
        <pc:chgData name="Mohd Mansoor, Arshiya" userId="f3156deb-4271-4614-8b32-45c9e2d6604c" providerId="ADAL" clId="{981131AF-E6E3-4A76-971B-05871BFA54CD}" dt="2026-04-22T16:52:42.613" v="11" actId="113"/>
        <pc:sldMkLst>
          <pc:docMk/>
          <pc:sldMk cId="3233099949" sldId="283"/>
        </pc:sldMkLst>
        <pc:spChg chg="mod">
          <ac:chgData name="Mohd Mansoor, Arshiya" userId="f3156deb-4271-4614-8b32-45c9e2d6604c" providerId="ADAL" clId="{981131AF-E6E3-4A76-971B-05871BFA54CD}" dt="2026-04-22T16:52:42.613" v="11" actId="113"/>
          <ac:spMkLst>
            <pc:docMk/>
            <pc:sldMk cId="3233099949" sldId="283"/>
            <ac:spMk id="2" creationId="{FBCB022E-E045-1AA1-EFA7-89925C88B7C9}"/>
          </ac:spMkLst>
        </pc:spChg>
      </pc:sldChg>
      <pc:sldChg chg="addSp delSp modSp del mod">
        <pc:chgData name="Mohd Mansoor, Arshiya" userId="f3156deb-4271-4614-8b32-45c9e2d6604c" providerId="ADAL" clId="{981131AF-E6E3-4A76-971B-05871BFA54CD}" dt="2026-04-24T07:56:08.592" v="4560" actId="2696"/>
        <pc:sldMkLst>
          <pc:docMk/>
          <pc:sldMk cId="4073827916" sldId="284"/>
        </pc:sldMkLst>
        <pc:spChg chg="add del mod">
          <ac:chgData name="Mohd Mansoor, Arshiya" userId="f3156deb-4271-4614-8b32-45c9e2d6604c" providerId="ADAL" clId="{981131AF-E6E3-4A76-971B-05871BFA54CD}" dt="2026-04-24T07:55:54.224" v="4559" actId="478"/>
          <ac:spMkLst>
            <pc:docMk/>
            <pc:sldMk cId="4073827916" sldId="284"/>
            <ac:spMk id="3" creationId="{BE59A76D-1A08-A262-0874-69044D927E98}"/>
          </ac:spMkLst>
        </pc:spChg>
        <pc:spChg chg="add del">
          <ac:chgData name="Mohd Mansoor, Arshiya" userId="f3156deb-4271-4614-8b32-45c9e2d6604c" providerId="ADAL" clId="{981131AF-E6E3-4A76-971B-05871BFA54CD}" dt="2026-04-24T07:53:45.225" v="4556" actId="22"/>
          <ac:spMkLst>
            <pc:docMk/>
            <pc:sldMk cId="4073827916" sldId="284"/>
            <ac:spMk id="6" creationId="{61A7FD27-F4CC-6FBF-7A05-EF0614D69130}"/>
          </ac:spMkLst>
        </pc:spChg>
        <pc:picChg chg="add del">
          <ac:chgData name="Mohd Mansoor, Arshiya" userId="f3156deb-4271-4614-8b32-45c9e2d6604c" providerId="ADAL" clId="{981131AF-E6E3-4A76-971B-05871BFA54CD}" dt="2026-04-24T07:55:54.224" v="4559" actId="478"/>
          <ac:picMkLst>
            <pc:docMk/>
            <pc:sldMk cId="4073827916" sldId="284"/>
            <ac:picMk id="5" creationId="{4DBE3B94-4E7B-6D6A-9BFC-C8AAF61497EB}"/>
          </ac:picMkLst>
        </pc:picChg>
      </pc:sldChg>
      <pc:sldChg chg="addSp delSp modSp new mod">
        <pc:chgData name="Mohd Mansoor, Arshiya" userId="f3156deb-4271-4614-8b32-45c9e2d6604c" providerId="ADAL" clId="{981131AF-E6E3-4A76-971B-05871BFA54CD}" dt="2026-04-22T17:19:29.636" v="292" actId="255"/>
        <pc:sldMkLst>
          <pc:docMk/>
          <pc:sldMk cId="4132150688" sldId="285"/>
        </pc:sldMkLst>
        <pc:spChg chg="mod">
          <ac:chgData name="Mohd Mansoor, Arshiya" userId="f3156deb-4271-4614-8b32-45c9e2d6604c" providerId="ADAL" clId="{981131AF-E6E3-4A76-971B-05871BFA54CD}" dt="2026-04-22T17:12:46.844" v="135"/>
          <ac:spMkLst>
            <pc:docMk/>
            <pc:sldMk cId="4132150688" sldId="285"/>
            <ac:spMk id="2" creationId="{17C943C5-9F65-E53C-040B-6BFCF6494A03}"/>
          </ac:spMkLst>
        </pc:spChg>
        <pc:spChg chg="add del mod">
          <ac:chgData name="Mohd Mansoor, Arshiya" userId="f3156deb-4271-4614-8b32-45c9e2d6604c" providerId="ADAL" clId="{981131AF-E6E3-4A76-971B-05871BFA54CD}" dt="2026-04-22T17:19:29.636" v="292" actId="255"/>
          <ac:spMkLst>
            <pc:docMk/>
            <pc:sldMk cId="4132150688" sldId="285"/>
            <ac:spMk id="3" creationId="{BF437CF8-E800-AEC7-3D00-91D35D798D1B}"/>
          </ac:spMkLst>
        </pc:spChg>
      </pc:sldChg>
      <pc:sldChg chg="addSp delSp modSp new mod">
        <pc:chgData name="Mohd Mansoor, Arshiya" userId="f3156deb-4271-4614-8b32-45c9e2d6604c" providerId="ADAL" clId="{981131AF-E6E3-4A76-971B-05871BFA54CD}" dt="2026-04-24T08:00:47.031" v="4589" actId="313"/>
        <pc:sldMkLst>
          <pc:docMk/>
          <pc:sldMk cId="2479183997" sldId="286"/>
        </pc:sldMkLst>
        <pc:spChg chg="mod">
          <ac:chgData name="Mohd Mansoor, Arshiya" userId="f3156deb-4271-4614-8b32-45c9e2d6604c" providerId="ADAL" clId="{981131AF-E6E3-4A76-971B-05871BFA54CD}" dt="2026-04-22T17:48:21.685" v="383" actId="207"/>
          <ac:spMkLst>
            <pc:docMk/>
            <pc:sldMk cId="2479183997" sldId="286"/>
            <ac:spMk id="2" creationId="{626B6BE9-2AE0-87C1-F175-00805BB82654}"/>
          </ac:spMkLst>
        </pc:spChg>
        <pc:spChg chg="add del mod">
          <ac:chgData name="Mohd Mansoor, Arshiya" userId="f3156deb-4271-4614-8b32-45c9e2d6604c" providerId="ADAL" clId="{981131AF-E6E3-4A76-971B-05871BFA54CD}" dt="2026-04-24T08:00:47.031" v="4589" actId="313"/>
          <ac:spMkLst>
            <pc:docMk/>
            <pc:sldMk cId="2479183997" sldId="286"/>
            <ac:spMk id="3" creationId="{C60F4C01-A2FB-C1A1-A3C6-3624DDF99274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08:01:11.194" v="4591" actId="207"/>
        <pc:sldMkLst>
          <pc:docMk/>
          <pc:sldMk cId="1787625724" sldId="287"/>
        </pc:sldMkLst>
        <pc:spChg chg="mod">
          <ac:chgData name="Mohd Mansoor, Arshiya" userId="f3156deb-4271-4614-8b32-45c9e2d6604c" providerId="ADAL" clId="{981131AF-E6E3-4A76-971B-05871BFA54CD}" dt="2026-04-22T19:08:00.310" v="957" actId="113"/>
          <ac:spMkLst>
            <pc:docMk/>
            <pc:sldMk cId="1787625724" sldId="287"/>
            <ac:spMk id="2" creationId="{A481434B-8C9E-C03F-51F5-248283B2FFCB}"/>
          </ac:spMkLst>
        </pc:spChg>
        <pc:spChg chg="mod">
          <ac:chgData name="Mohd Mansoor, Arshiya" userId="f3156deb-4271-4614-8b32-45c9e2d6604c" providerId="ADAL" clId="{981131AF-E6E3-4A76-971B-05871BFA54CD}" dt="2026-04-24T08:01:11.194" v="4591" actId="207"/>
          <ac:spMkLst>
            <pc:docMk/>
            <pc:sldMk cId="1787625724" sldId="287"/>
            <ac:spMk id="3" creationId="{6C478AF3-A35F-1262-5DD0-2774CEEB98FD}"/>
          </ac:spMkLst>
        </pc:spChg>
      </pc:sldChg>
      <pc:sldChg chg="addSp delSp modSp new mod">
        <pc:chgData name="Mohd Mansoor, Arshiya" userId="f3156deb-4271-4614-8b32-45c9e2d6604c" providerId="ADAL" clId="{981131AF-E6E3-4A76-971B-05871BFA54CD}" dt="2026-04-24T08:01:47.338" v="4612" actId="207"/>
        <pc:sldMkLst>
          <pc:docMk/>
          <pc:sldMk cId="1475200383" sldId="288"/>
        </pc:sldMkLst>
        <pc:spChg chg="mod">
          <ac:chgData name="Mohd Mansoor, Arshiya" userId="f3156deb-4271-4614-8b32-45c9e2d6604c" providerId="ADAL" clId="{981131AF-E6E3-4A76-971B-05871BFA54CD}" dt="2026-04-22T19:21:44.482" v="1064" actId="1076"/>
          <ac:spMkLst>
            <pc:docMk/>
            <pc:sldMk cId="1475200383" sldId="288"/>
            <ac:spMk id="2" creationId="{153E11B7-6F41-1226-735A-1E7F8B5F2F4D}"/>
          </ac:spMkLst>
        </pc:spChg>
        <pc:spChg chg="add mod">
          <ac:chgData name="Mohd Mansoor, Arshiya" userId="f3156deb-4271-4614-8b32-45c9e2d6604c" providerId="ADAL" clId="{981131AF-E6E3-4A76-971B-05871BFA54CD}" dt="2026-04-24T08:01:47.338" v="4612" actId="207"/>
          <ac:spMkLst>
            <pc:docMk/>
            <pc:sldMk cId="1475200383" sldId="288"/>
            <ac:spMk id="8" creationId="{E41B846C-6197-CF2A-6C9C-E14B304114E8}"/>
          </ac:spMkLst>
        </pc:spChg>
        <pc:graphicFrameChg chg="add mod modGraphic">
          <ac:chgData name="Mohd Mansoor, Arshiya" userId="f3156deb-4271-4614-8b32-45c9e2d6604c" providerId="ADAL" clId="{981131AF-E6E3-4A76-971B-05871BFA54CD}" dt="2026-04-22T19:21:40.244" v="1063" actId="1076"/>
          <ac:graphicFrameMkLst>
            <pc:docMk/>
            <pc:sldMk cId="1475200383" sldId="288"/>
            <ac:graphicFrameMk id="4" creationId="{398273DF-55FC-80A5-EB7C-B3D68650880B}"/>
          </ac:graphicFrameMkLst>
        </pc:graphicFrameChg>
      </pc:sldChg>
      <pc:sldChg chg="modSp new mod">
        <pc:chgData name="Mohd Mansoor, Arshiya" userId="f3156deb-4271-4614-8b32-45c9e2d6604c" providerId="ADAL" clId="{981131AF-E6E3-4A76-971B-05871BFA54CD}" dt="2026-04-24T08:02:15.287" v="4619" actId="255"/>
        <pc:sldMkLst>
          <pc:docMk/>
          <pc:sldMk cId="2365308157" sldId="289"/>
        </pc:sldMkLst>
        <pc:spChg chg="mod">
          <ac:chgData name="Mohd Mansoor, Arshiya" userId="f3156deb-4271-4614-8b32-45c9e2d6604c" providerId="ADAL" clId="{981131AF-E6E3-4A76-971B-05871BFA54CD}" dt="2026-04-22T19:52:05.757" v="1221" actId="113"/>
          <ac:spMkLst>
            <pc:docMk/>
            <pc:sldMk cId="2365308157" sldId="289"/>
            <ac:spMk id="2" creationId="{5DA0B734-E64F-7A46-0BF2-6FE5FB7847AB}"/>
          </ac:spMkLst>
        </pc:spChg>
        <pc:spChg chg="mod">
          <ac:chgData name="Mohd Mansoor, Arshiya" userId="f3156deb-4271-4614-8b32-45c9e2d6604c" providerId="ADAL" clId="{981131AF-E6E3-4A76-971B-05871BFA54CD}" dt="2026-04-24T08:02:15.287" v="4619" actId="255"/>
          <ac:spMkLst>
            <pc:docMk/>
            <pc:sldMk cId="2365308157" sldId="289"/>
            <ac:spMk id="3" creationId="{24B3CFE9-F93A-AA20-0144-3B190F65CF8F}"/>
          </ac:spMkLst>
        </pc:spChg>
      </pc:sldChg>
      <pc:sldChg chg="addSp delSp modSp new mod setBg">
        <pc:chgData name="Mohd Mansoor, Arshiya" userId="f3156deb-4271-4614-8b32-45c9e2d6604c" providerId="ADAL" clId="{981131AF-E6E3-4A76-971B-05871BFA54CD}" dt="2026-04-23T09:47:15.884" v="1377" actId="1076"/>
        <pc:sldMkLst>
          <pc:docMk/>
          <pc:sldMk cId="3525891646" sldId="290"/>
        </pc:sldMkLst>
        <pc:spChg chg="mod">
          <ac:chgData name="Mohd Mansoor, Arshiya" userId="f3156deb-4271-4614-8b32-45c9e2d6604c" providerId="ADAL" clId="{981131AF-E6E3-4A76-971B-05871BFA54CD}" dt="2026-04-23T09:47:08.793" v="1376" actId="255"/>
          <ac:spMkLst>
            <pc:docMk/>
            <pc:sldMk cId="3525891646" sldId="290"/>
            <ac:spMk id="2" creationId="{F190694C-31F6-20A2-AA0F-C9ECA2304B85}"/>
          </ac:spMkLst>
        </pc:spChg>
        <pc:spChg chg="del">
          <ac:chgData name="Mohd Mansoor, Arshiya" userId="f3156deb-4271-4614-8b32-45c9e2d6604c" providerId="ADAL" clId="{981131AF-E6E3-4A76-971B-05871BFA54CD}" dt="2026-04-23T09:33:06.115" v="1244"/>
          <ac:spMkLst>
            <pc:docMk/>
            <pc:sldMk cId="3525891646" sldId="290"/>
            <ac:spMk id="3" creationId="{88B80F7F-04F1-9C2F-394A-69810CF0D48A}"/>
          </ac:spMkLst>
        </pc:spChg>
        <pc:graphicFrameChg chg="add mod modGraphic">
          <ac:chgData name="Mohd Mansoor, Arshiya" userId="f3156deb-4271-4614-8b32-45c9e2d6604c" providerId="ADAL" clId="{981131AF-E6E3-4A76-971B-05871BFA54CD}" dt="2026-04-23T09:47:15.884" v="1377" actId="1076"/>
          <ac:graphicFrameMkLst>
            <pc:docMk/>
            <pc:sldMk cId="3525891646" sldId="290"/>
            <ac:graphicFrameMk id="4" creationId="{8ADFAE28-0DBD-C4E3-1511-7F29D8D4D6FE}"/>
          </ac:graphicFrameMkLst>
        </pc:graphicFrameChg>
      </pc:sldChg>
      <pc:sldChg chg="modSp new mod">
        <pc:chgData name="Mohd Mansoor, Arshiya" userId="f3156deb-4271-4614-8b32-45c9e2d6604c" providerId="ADAL" clId="{981131AF-E6E3-4A76-971B-05871BFA54CD}" dt="2026-04-24T08:03:04.244" v="4626" actId="20577"/>
        <pc:sldMkLst>
          <pc:docMk/>
          <pc:sldMk cId="732494967" sldId="291"/>
        </pc:sldMkLst>
        <pc:spChg chg="mod">
          <ac:chgData name="Mohd Mansoor, Arshiya" userId="f3156deb-4271-4614-8b32-45c9e2d6604c" providerId="ADAL" clId="{981131AF-E6E3-4A76-971B-05871BFA54CD}" dt="2026-04-23T09:48:57.105" v="1381"/>
          <ac:spMkLst>
            <pc:docMk/>
            <pc:sldMk cId="732494967" sldId="291"/>
            <ac:spMk id="2" creationId="{5E438DF9-36CA-E188-445E-BD836AA8982B}"/>
          </ac:spMkLst>
        </pc:spChg>
        <pc:spChg chg="mod">
          <ac:chgData name="Mohd Mansoor, Arshiya" userId="f3156deb-4271-4614-8b32-45c9e2d6604c" providerId="ADAL" clId="{981131AF-E6E3-4A76-971B-05871BFA54CD}" dt="2026-04-24T08:03:04.244" v="4626" actId="20577"/>
          <ac:spMkLst>
            <pc:docMk/>
            <pc:sldMk cId="732494967" sldId="291"/>
            <ac:spMk id="3" creationId="{4D9F4B42-04EA-D4B6-5BFF-BD8234DF68FA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10:57:07.999" v="4701" actId="255"/>
        <pc:sldMkLst>
          <pc:docMk/>
          <pc:sldMk cId="1896834084" sldId="292"/>
        </pc:sldMkLst>
        <pc:spChg chg="mod">
          <ac:chgData name="Mohd Mansoor, Arshiya" userId="f3156deb-4271-4614-8b32-45c9e2d6604c" providerId="ADAL" clId="{981131AF-E6E3-4A76-971B-05871BFA54CD}" dt="2026-04-23T10:06:00.267" v="1581" actId="27636"/>
          <ac:spMkLst>
            <pc:docMk/>
            <pc:sldMk cId="1896834084" sldId="292"/>
            <ac:spMk id="2" creationId="{A213B605-108E-EC66-12C0-B501C185B838}"/>
          </ac:spMkLst>
        </pc:spChg>
        <pc:spChg chg="mod">
          <ac:chgData name="Mohd Mansoor, Arshiya" userId="f3156deb-4271-4614-8b32-45c9e2d6604c" providerId="ADAL" clId="{981131AF-E6E3-4A76-971B-05871BFA54CD}" dt="2026-04-24T10:57:07.999" v="4701" actId="255"/>
          <ac:spMkLst>
            <pc:docMk/>
            <pc:sldMk cId="1896834084" sldId="292"/>
            <ac:spMk id="3" creationId="{003FABA1-DACC-B9CB-D31B-FE007A19CAB0}"/>
          </ac:spMkLst>
        </pc:spChg>
      </pc:sldChg>
      <pc:sldChg chg="addSp delSp modSp new mod setBg">
        <pc:chgData name="Mohd Mansoor, Arshiya" userId="f3156deb-4271-4614-8b32-45c9e2d6604c" providerId="ADAL" clId="{981131AF-E6E3-4A76-971B-05871BFA54CD}" dt="2026-04-24T08:03:58.085" v="4657" actId="207"/>
        <pc:sldMkLst>
          <pc:docMk/>
          <pc:sldMk cId="3673699656" sldId="293"/>
        </pc:sldMkLst>
        <pc:spChg chg="mod">
          <ac:chgData name="Mohd Mansoor, Arshiya" userId="f3156deb-4271-4614-8b32-45c9e2d6604c" providerId="ADAL" clId="{981131AF-E6E3-4A76-971B-05871BFA54CD}" dt="2026-04-23T10:40:27.206" v="1885" actId="27636"/>
          <ac:spMkLst>
            <pc:docMk/>
            <pc:sldMk cId="3673699656" sldId="293"/>
            <ac:spMk id="2" creationId="{E6BA29D7-5FF8-D6DA-D4B3-77AE5BAAFD75}"/>
          </ac:spMkLst>
        </pc:spChg>
        <pc:spChg chg="add del mod">
          <ac:chgData name="Mohd Mansoor, Arshiya" userId="f3156deb-4271-4614-8b32-45c9e2d6604c" providerId="ADAL" clId="{981131AF-E6E3-4A76-971B-05871BFA54CD}" dt="2026-04-23T10:41:09.317" v="1891" actId="1076"/>
          <ac:spMkLst>
            <pc:docMk/>
            <pc:sldMk cId="3673699656" sldId="293"/>
            <ac:spMk id="3" creationId="{0120838C-94B2-AB65-925C-53E6F7AC0B70}"/>
          </ac:spMkLst>
        </pc:spChg>
        <pc:spChg chg="add mod">
          <ac:chgData name="Mohd Mansoor, Arshiya" userId="f3156deb-4271-4614-8b32-45c9e2d6604c" providerId="ADAL" clId="{981131AF-E6E3-4A76-971B-05871BFA54CD}" dt="2026-04-24T08:03:58.085" v="4657" actId="207"/>
          <ac:spMkLst>
            <pc:docMk/>
            <pc:sldMk cId="3673699656" sldId="293"/>
            <ac:spMk id="8" creationId="{3EF75388-3E28-2278-1E74-7BAA940DB0F3}"/>
          </ac:spMkLst>
        </pc:spChg>
        <pc:spChg chg="add del">
          <ac:chgData name="Mohd Mansoor, Arshiya" userId="f3156deb-4271-4614-8b32-45c9e2d6604c" providerId="ADAL" clId="{981131AF-E6E3-4A76-971B-05871BFA54CD}" dt="2026-04-23T10:38:34.577" v="1866" actId="26606"/>
          <ac:spMkLst>
            <pc:docMk/>
            <pc:sldMk cId="3673699656" sldId="293"/>
            <ac:spMk id="11" creationId="{2550BE34-C2B8-49B8-8519-67A8CAD51AE9}"/>
          </ac:spMkLst>
        </pc:spChg>
        <pc:spChg chg="add del">
          <ac:chgData name="Mohd Mansoor, Arshiya" userId="f3156deb-4271-4614-8b32-45c9e2d6604c" providerId="ADAL" clId="{981131AF-E6E3-4A76-971B-05871BFA54CD}" dt="2026-04-23T10:38:34.577" v="1866" actId="26606"/>
          <ac:spMkLst>
            <pc:docMk/>
            <pc:sldMk cId="3673699656" sldId="293"/>
            <ac:spMk id="13" creationId="{A7457DD9-5A45-400A-AB4B-4B4EDECA25F1}"/>
          </ac:spMkLst>
        </pc:spChg>
        <pc:spChg chg="add del">
          <ac:chgData name="Mohd Mansoor, Arshiya" userId="f3156deb-4271-4614-8b32-45c9e2d6604c" providerId="ADAL" clId="{981131AF-E6E3-4A76-971B-05871BFA54CD}" dt="2026-04-23T10:38:34.577" v="1866" actId="26606"/>
          <ac:spMkLst>
            <pc:docMk/>
            <pc:sldMk cId="3673699656" sldId="293"/>
            <ac:spMk id="15" creationId="{441CF7D6-A660-431A-B0BB-140A0D5556B6}"/>
          </ac:spMkLst>
        </pc:spChg>
        <pc:spChg chg="add del">
          <ac:chgData name="Mohd Mansoor, Arshiya" userId="f3156deb-4271-4614-8b32-45c9e2d6604c" providerId="ADAL" clId="{981131AF-E6E3-4A76-971B-05871BFA54CD}" dt="2026-04-23T10:38:34.577" v="1866" actId="26606"/>
          <ac:spMkLst>
            <pc:docMk/>
            <pc:sldMk cId="3673699656" sldId="293"/>
            <ac:spMk id="17" creationId="{0570A85B-3810-4F95-97B0-CBF4CCDB381C}"/>
          </ac:spMkLst>
        </pc:spChg>
        <pc:graphicFrameChg chg="add mod">
          <ac:chgData name="Mohd Mansoor, Arshiya" userId="f3156deb-4271-4614-8b32-45c9e2d6604c" providerId="ADAL" clId="{981131AF-E6E3-4A76-971B-05871BFA54CD}" dt="2026-04-23T10:37:41.420" v="1862"/>
          <ac:graphicFrameMkLst>
            <pc:docMk/>
            <pc:sldMk cId="3673699656" sldId="293"/>
            <ac:graphicFrameMk id="5" creationId="{790B43BC-1BFB-E381-4F99-DA5980FEAFC6}"/>
          </ac:graphicFrameMkLst>
        </pc:graphicFrameChg>
        <pc:graphicFrameChg chg="add mod modGraphic">
          <ac:chgData name="Mohd Mansoor, Arshiya" userId="f3156deb-4271-4614-8b32-45c9e2d6604c" providerId="ADAL" clId="{981131AF-E6E3-4A76-971B-05871BFA54CD}" dt="2026-04-23T10:42:59.341" v="1898" actId="14100"/>
          <ac:graphicFrameMkLst>
            <pc:docMk/>
            <pc:sldMk cId="3673699656" sldId="293"/>
            <ac:graphicFrameMk id="6" creationId="{27DB8796-0891-250D-588F-52B7CCBC621E}"/>
          </ac:graphicFrameMkLst>
        </pc:graphicFrameChg>
        <pc:picChg chg="add del mod ord">
          <ac:chgData name="Mohd Mansoor, Arshiya" userId="f3156deb-4271-4614-8b32-45c9e2d6604c" providerId="ADAL" clId="{981131AF-E6E3-4A76-971B-05871BFA54CD}" dt="2026-04-23T10:37:13.226" v="1846" actId="34307"/>
          <ac:picMkLst>
            <pc:docMk/>
            <pc:sldMk cId="3673699656" sldId="293"/>
            <ac:picMk id="4" creationId="{47F1A3BC-075C-797B-97EB-7B1B8A8AC300}"/>
          </ac:picMkLst>
        </pc:picChg>
      </pc:sldChg>
      <pc:sldChg chg="modSp new mod">
        <pc:chgData name="Mohd Mansoor, Arshiya" userId="f3156deb-4271-4614-8b32-45c9e2d6604c" providerId="ADAL" clId="{981131AF-E6E3-4A76-971B-05871BFA54CD}" dt="2026-04-23T11:24:45.893" v="2042" actId="20577"/>
        <pc:sldMkLst>
          <pc:docMk/>
          <pc:sldMk cId="4072764709" sldId="294"/>
        </pc:sldMkLst>
        <pc:spChg chg="mod">
          <ac:chgData name="Mohd Mansoor, Arshiya" userId="f3156deb-4271-4614-8b32-45c9e2d6604c" providerId="ADAL" clId="{981131AF-E6E3-4A76-971B-05871BFA54CD}" dt="2026-04-23T11:24:19.910" v="2038" actId="207"/>
          <ac:spMkLst>
            <pc:docMk/>
            <pc:sldMk cId="4072764709" sldId="294"/>
            <ac:spMk id="2" creationId="{780B5C6F-0351-CD14-0459-11FDE756EF81}"/>
          </ac:spMkLst>
        </pc:spChg>
        <pc:spChg chg="mod">
          <ac:chgData name="Mohd Mansoor, Arshiya" userId="f3156deb-4271-4614-8b32-45c9e2d6604c" providerId="ADAL" clId="{981131AF-E6E3-4A76-971B-05871BFA54CD}" dt="2026-04-23T11:24:45.893" v="2042" actId="20577"/>
          <ac:spMkLst>
            <pc:docMk/>
            <pc:sldMk cId="4072764709" sldId="294"/>
            <ac:spMk id="3" creationId="{26EEE576-6F11-4C7C-F6F0-D2E6F04F9ECA}"/>
          </ac:spMkLst>
        </pc:spChg>
      </pc:sldChg>
      <pc:sldChg chg="modSp new mod">
        <pc:chgData name="Mohd Mansoor, Arshiya" userId="f3156deb-4271-4614-8b32-45c9e2d6604c" providerId="ADAL" clId="{981131AF-E6E3-4A76-971B-05871BFA54CD}" dt="2026-04-23T12:09:35.096" v="2247" actId="207"/>
        <pc:sldMkLst>
          <pc:docMk/>
          <pc:sldMk cId="2941046368" sldId="295"/>
        </pc:sldMkLst>
        <pc:spChg chg="mod">
          <ac:chgData name="Mohd Mansoor, Arshiya" userId="f3156deb-4271-4614-8b32-45c9e2d6604c" providerId="ADAL" clId="{981131AF-E6E3-4A76-971B-05871BFA54CD}" dt="2026-04-23T12:09:35.096" v="2247" actId="207"/>
          <ac:spMkLst>
            <pc:docMk/>
            <pc:sldMk cId="2941046368" sldId="295"/>
            <ac:spMk id="2" creationId="{189853F7-B127-11FB-2E8F-536FE92E9F3D}"/>
          </ac:spMkLst>
        </pc:spChg>
        <pc:spChg chg="mod">
          <ac:chgData name="Mohd Mansoor, Arshiya" userId="f3156deb-4271-4614-8b32-45c9e2d6604c" providerId="ADAL" clId="{981131AF-E6E3-4A76-971B-05871BFA54CD}" dt="2026-04-23T11:34:14.557" v="2064" actId="20577"/>
          <ac:spMkLst>
            <pc:docMk/>
            <pc:sldMk cId="2941046368" sldId="295"/>
            <ac:spMk id="3" creationId="{7BED005C-9B9E-7DE8-E60C-15842C1E1C5F}"/>
          </ac:spMkLst>
        </pc:spChg>
      </pc:sldChg>
      <pc:sldChg chg="modSp new mod">
        <pc:chgData name="Mohd Mansoor, Arshiya" userId="f3156deb-4271-4614-8b32-45c9e2d6604c" providerId="ADAL" clId="{981131AF-E6E3-4A76-971B-05871BFA54CD}" dt="2026-04-23T15:30:05.743" v="2946" actId="14100"/>
        <pc:sldMkLst>
          <pc:docMk/>
          <pc:sldMk cId="3696185447" sldId="296"/>
        </pc:sldMkLst>
        <pc:spChg chg="mod">
          <ac:chgData name="Mohd Mansoor, Arshiya" userId="f3156deb-4271-4614-8b32-45c9e2d6604c" providerId="ADAL" clId="{981131AF-E6E3-4A76-971B-05871BFA54CD}" dt="2026-04-23T12:05:13.750" v="2172" actId="14100"/>
          <ac:spMkLst>
            <pc:docMk/>
            <pc:sldMk cId="3696185447" sldId="296"/>
            <ac:spMk id="2" creationId="{4E422B0B-7CB3-7C90-3010-25D0E43AAF81}"/>
          </ac:spMkLst>
        </pc:spChg>
        <pc:spChg chg="mod">
          <ac:chgData name="Mohd Mansoor, Arshiya" userId="f3156deb-4271-4614-8b32-45c9e2d6604c" providerId="ADAL" clId="{981131AF-E6E3-4A76-971B-05871BFA54CD}" dt="2026-04-23T15:30:05.743" v="2946" actId="14100"/>
          <ac:spMkLst>
            <pc:docMk/>
            <pc:sldMk cId="3696185447" sldId="296"/>
            <ac:spMk id="3" creationId="{6E953767-CC0F-DDD0-2600-EE579ECB2EAE}"/>
          </ac:spMkLst>
        </pc:spChg>
      </pc:sldChg>
      <pc:sldChg chg="modSp new mod">
        <pc:chgData name="Mohd Mansoor, Arshiya" userId="f3156deb-4271-4614-8b32-45c9e2d6604c" providerId="ADAL" clId="{981131AF-E6E3-4A76-971B-05871BFA54CD}" dt="2026-04-23T13:22:20.224" v="2867" actId="255"/>
        <pc:sldMkLst>
          <pc:docMk/>
          <pc:sldMk cId="951822843" sldId="297"/>
        </pc:sldMkLst>
        <pc:spChg chg="mod">
          <ac:chgData name="Mohd Mansoor, Arshiya" userId="f3156deb-4271-4614-8b32-45c9e2d6604c" providerId="ADAL" clId="{981131AF-E6E3-4A76-971B-05871BFA54CD}" dt="2026-04-23T13:22:20.224" v="2867" actId="255"/>
          <ac:spMkLst>
            <pc:docMk/>
            <pc:sldMk cId="951822843" sldId="297"/>
            <ac:spMk id="2" creationId="{5ED9DF7D-70EA-C7FA-F9CF-8F5643F66C16}"/>
          </ac:spMkLst>
        </pc:spChg>
        <pc:spChg chg="mod">
          <ac:chgData name="Mohd Mansoor, Arshiya" userId="f3156deb-4271-4614-8b32-45c9e2d6604c" providerId="ADAL" clId="{981131AF-E6E3-4A76-971B-05871BFA54CD}" dt="2026-04-23T13:18:40.005" v="2849" actId="27636"/>
          <ac:spMkLst>
            <pc:docMk/>
            <pc:sldMk cId="951822843" sldId="297"/>
            <ac:spMk id="3" creationId="{8CD0FA6D-07A1-E60B-8FE8-041EF1686F19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10:44:03.091" v="4667" actId="113"/>
        <pc:sldMkLst>
          <pc:docMk/>
          <pc:sldMk cId="3260636988" sldId="298"/>
        </pc:sldMkLst>
        <pc:spChg chg="mod">
          <ac:chgData name="Mohd Mansoor, Arshiya" userId="f3156deb-4271-4614-8b32-45c9e2d6604c" providerId="ADAL" clId="{981131AF-E6E3-4A76-971B-05871BFA54CD}" dt="2026-04-23T13:21:56.688" v="2866" actId="255"/>
          <ac:spMkLst>
            <pc:docMk/>
            <pc:sldMk cId="3260636988" sldId="298"/>
            <ac:spMk id="2" creationId="{79F96D7B-2BE1-08ED-B294-D05DE56586AA}"/>
          </ac:spMkLst>
        </pc:spChg>
        <pc:spChg chg="mod">
          <ac:chgData name="Mohd Mansoor, Arshiya" userId="f3156deb-4271-4614-8b32-45c9e2d6604c" providerId="ADAL" clId="{981131AF-E6E3-4A76-971B-05871BFA54CD}" dt="2026-04-24T10:44:03.091" v="4667" actId="113"/>
          <ac:spMkLst>
            <pc:docMk/>
            <pc:sldMk cId="3260636988" sldId="298"/>
            <ac:spMk id="3" creationId="{FB4EDEE4-D0FB-DE39-47AE-5AD96C0C25FD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10:58:21.289" v="4710" actId="14100"/>
        <pc:sldMkLst>
          <pc:docMk/>
          <pc:sldMk cId="3912570583" sldId="299"/>
        </pc:sldMkLst>
        <pc:spChg chg="mod">
          <ac:chgData name="Mohd Mansoor, Arshiya" userId="f3156deb-4271-4614-8b32-45c9e2d6604c" providerId="ADAL" clId="{981131AF-E6E3-4A76-971B-05871BFA54CD}" dt="2026-04-23T13:39:53.353" v="2893" actId="27636"/>
          <ac:spMkLst>
            <pc:docMk/>
            <pc:sldMk cId="3912570583" sldId="299"/>
            <ac:spMk id="2" creationId="{68971E3D-EEE9-9138-83B6-0577DD60A7E1}"/>
          </ac:spMkLst>
        </pc:spChg>
        <pc:spChg chg="mod">
          <ac:chgData name="Mohd Mansoor, Arshiya" userId="f3156deb-4271-4614-8b32-45c9e2d6604c" providerId="ADAL" clId="{981131AF-E6E3-4A76-971B-05871BFA54CD}" dt="2026-04-24T10:58:21.289" v="4710" actId="14100"/>
          <ac:spMkLst>
            <pc:docMk/>
            <pc:sldMk cId="3912570583" sldId="299"/>
            <ac:spMk id="3" creationId="{FA7AA1D0-C4BB-181A-EF6B-27ED78FC7B6E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10:58:38.610" v="4712" actId="255"/>
        <pc:sldMkLst>
          <pc:docMk/>
          <pc:sldMk cId="901588096" sldId="300"/>
        </pc:sldMkLst>
        <pc:spChg chg="mod">
          <ac:chgData name="Mohd Mansoor, Arshiya" userId="f3156deb-4271-4614-8b32-45c9e2d6604c" providerId="ADAL" clId="{981131AF-E6E3-4A76-971B-05871BFA54CD}" dt="2026-04-23T16:18:40.551" v="3263" actId="1076"/>
          <ac:spMkLst>
            <pc:docMk/>
            <pc:sldMk cId="901588096" sldId="300"/>
            <ac:spMk id="2" creationId="{97191834-759C-7B42-D74C-13CD4AE7D305}"/>
          </ac:spMkLst>
        </pc:spChg>
        <pc:spChg chg="mod">
          <ac:chgData name="Mohd Mansoor, Arshiya" userId="f3156deb-4271-4614-8b32-45c9e2d6604c" providerId="ADAL" clId="{981131AF-E6E3-4A76-971B-05871BFA54CD}" dt="2026-04-24T10:58:38.610" v="4712" actId="255"/>
          <ac:spMkLst>
            <pc:docMk/>
            <pc:sldMk cId="901588096" sldId="300"/>
            <ac:spMk id="3" creationId="{A3D47DDB-E996-A54C-9C67-D4F18753C7C2}"/>
          </ac:spMkLst>
        </pc:spChg>
      </pc:sldChg>
      <pc:sldChg chg="addSp modSp new mod">
        <pc:chgData name="Mohd Mansoor, Arshiya" userId="f3156deb-4271-4614-8b32-45c9e2d6604c" providerId="ADAL" clId="{981131AF-E6E3-4A76-971B-05871BFA54CD}" dt="2026-04-23T16:18:27.924" v="3261" actId="207"/>
        <pc:sldMkLst>
          <pc:docMk/>
          <pc:sldMk cId="3754744558" sldId="301"/>
        </pc:sldMkLst>
        <pc:spChg chg="mod">
          <ac:chgData name="Mohd Mansoor, Arshiya" userId="f3156deb-4271-4614-8b32-45c9e2d6604c" providerId="ADAL" clId="{981131AF-E6E3-4A76-971B-05871BFA54CD}" dt="2026-04-23T16:18:27.924" v="3261" actId="207"/>
          <ac:spMkLst>
            <pc:docMk/>
            <pc:sldMk cId="3754744558" sldId="301"/>
            <ac:spMk id="2" creationId="{AA215800-CD72-E05D-57E8-96A7F0A67BC5}"/>
          </ac:spMkLst>
        </pc:spChg>
        <pc:spChg chg="mod">
          <ac:chgData name="Mohd Mansoor, Arshiya" userId="f3156deb-4271-4614-8b32-45c9e2d6604c" providerId="ADAL" clId="{981131AF-E6E3-4A76-971B-05871BFA54CD}" dt="2026-04-23T16:17:06.401" v="3245" actId="207"/>
          <ac:spMkLst>
            <pc:docMk/>
            <pc:sldMk cId="3754744558" sldId="301"/>
            <ac:spMk id="3" creationId="{363314BC-7084-E7B7-A20F-5683033DE5BF}"/>
          </ac:spMkLst>
        </pc:spChg>
        <pc:spChg chg="add mod">
          <ac:chgData name="Mohd Mansoor, Arshiya" userId="f3156deb-4271-4614-8b32-45c9e2d6604c" providerId="ADAL" clId="{981131AF-E6E3-4A76-971B-05871BFA54CD}" dt="2026-04-23T16:17:32.434" v="3260" actId="207"/>
          <ac:spMkLst>
            <pc:docMk/>
            <pc:sldMk cId="3754744558" sldId="301"/>
            <ac:spMk id="4" creationId="{2E1E701E-C0D9-8395-92E2-61557E209754}"/>
          </ac:spMkLst>
        </pc:spChg>
      </pc:sldChg>
      <pc:sldChg chg="addSp modSp new mod">
        <pc:chgData name="Mohd Mansoor, Arshiya" userId="f3156deb-4271-4614-8b32-45c9e2d6604c" providerId="ADAL" clId="{981131AF-E6E3-4A76-971B-05871BFA54CD}" dt="2026-04-23T16:33:56.195" v="3453" actId="20577"/>
        <pc:sldMkLst>
          <pc:docMk/>
          <pc:sldMk cId="2063432494" sldId="302"/>
        </pc:sldMkLst>
        <pc:spChg chg="mod">
          <ac:chgData name="Mohd Mansoor, Arshiya" userId="f3156deb-4271-4614-8b32-45c9e2d6604c" providerId="ADAL" clId="{981131AF-E6E3-4A76-971B-05871BFA54CD}" dt="2026-04-23T16:32:32.226" v="3442" actId="255"/>
          <ac:spMkLst>
            <pc:docMk/>
            <pc:sldMk cId="2063432494" sldId="302"/>
            <ac:spMk id="2" creationId="{965C1C6A-B2C0-BE60-93D2-01F75E90D439}"/>
          </ac:spMkLst>
        </pc:spChg>
        <pc:spChg chg="mod">
          <ac:chgData name="Mohd Mansoor, Arshiya" userId="f3156deb-4271-4614-8b32-45c9e2d6604c" providerId="ADAL" clId="{981131AF-E6E3-4A76-971B-05871BFA54CD}" dt="2026-04-23T16:29:47.239" v="3423" actId="207"/>
          <ac:spMkLst>
            <pc:docMk/>
            <pc:sldMk cId="2063432494" sldId="302"/>
            <ac:spMk id="3" creationId="{5E77F657-7C47-F0B0-054A-04B6F9C915A5}"/>
          </ac:spMkLst>
        </pc:spChg>
        <pc:spChg chg="add mod">
          <ac:chgData name="Mohd Mansoor, Arshiya" userId="f3156deb-4271-4614-8b32-45c9e2d6604c" providerId="ADAL" clId="{981131AF-E6E3-4A76-971B-05871BFA54CD}" dt="2026-04-23T16:33:56.195" v="3453" actId="20577"/>
          <ac:spMkLst>
            <pc:docMk/>
            <pc:sldMk cId="2063432494" sldId="302"/>
            <ac:spMk id="4" creationId="{1558E847-8473-3F09-FC9E-97A77B6447E9}"/>
          </ac:spMkLst>
        </pc:spChg>
      </pc:sldChg>
      <pc:sldChg chg="modSp new mod">
        <pc:chgData name="Mohd Mansoor, Arshiya" userId="f3156deb-4271-4614-8b32-45c9e2d6604c" providerId="ADAL" clId="{981131AF-E6E3-4A76-971B-05871BFA54CD}" dt="2026-04-23T17:28:30.366" v="3668" actId="113"/>
        <pc:sldMkLst>
          <pc:docMk/>
          <pc:sldMk cId="2002205751" sldId="303"/>
        </pc:sldMkLst>
        <pc:spChg chg="mod">
          <ac:chgData name="Mohd Mansoor, Arshiya" userId="f3156deb-4271-4614-8b32-45c9e2d6604c" providerId="ADAL" clId="{981131AF-E6E3-4A76-971B-05871BFA54CD}" dt="2026-04-23T16:45:03.965" v="3585" actId="255"/>
          <ac:spMkLst>
            <pc:docMk/>
            <pc:sldMk cId="2002205751" sldId="303"/>
            <ac:spMk id="2" creationId="{A66BF1A8-2EED-0AE0-7E8F-F63DCD7C1358}"/>
          </ac:spMkLst>
        </pc:spChg>
        <pc:spChg chg="mod">
          <ac:chgData name="Mohd Mansoor, Arshiya" userId="f3156deb-4271-4614-8b32-45c9e2d6604c" providerId="ADAL" clId="{981131AF-E6E3-4A76-971B-05871BFA54CD}" dt="2026-04-23T17:28:30.366" v="3668" actId="113"/>
          <ac:spMkLst>
            <pc:docMk/>
            <pc:sldMk cId="2002205751" sldId="303"/>
            <ac:spMk id="3" creationId="{9719FE9E-DE06-0FB5-AC64-0EC5B1D55D84}"/>
          </ac:spMkLst>
        </pc:spChg>
      </pc:sldChg>
      <pc:sldChg chg="addSp delSp modSp new mod setBg">
        <pc:chgData name="Mohd Mansoor, Arshiya" userId="f3156deb-4271-4614-8b32-45c9e2d6604c" providerId="ADAL" clId="{981131AF-E6E3-4A76-971B-05871BFA54CD}" dt="2026-04-24T10:50:39.074" v="4686" actId="255"/>
        <pc:sldMkLst>
          <pc:docMk/>
          <pc:sldMk cId="589682525" sldId="304"/>
        </pc:sldMkLst>
        <pc:spChg chg="mod">
          <ac:chgData name="Mohd Mansoor, Arshiya" userId="f3156deb-4271-4614-8b32-45c9e2d6604c" providerId="ADAL" clId="{981131AF-E6E3-4A76-971B-05871BFA54CD}" dt="2026-04-23T17:34:51.456" v="3682" actId="20577"/>
          <ac:spMkLst>
            <pc:docMk/>
            <pc:sldMk cId="589682525" sldId="304"/>
            <ac:spMk id="2" creationId="{861D4BB9-25CA-E4FE-8B2C-7DC2F52E1339}"/>
          </ac:spMkLst>
        </pc:spChg>
        <pc:spChg chg="del">
          <ac:chgData name="Mohd Mansoor, Arshiya" userId="f3156deb-4271-4614-8b32-45c9e2d6604c" providerId="ADAL" clId="{981131AF-E6E3-4A76-971B-05871BFA54CD}" dt="2026-04-23T17:30:09.660" v="3670"/>
          <ac:spMkLst>
            <pc:docMk/>
            <pc:sldMk cId="589682525" sldId="304"/>
            <ac:spMk id="3" creationId="{87109EC0-1934-58D9-EE98-90FFBD232EA8}"/>
          </ac:spMkLst>
        </pc:spChg>
        <pc:spChg chg="add">
          <ac:chgData name="Mohd Mansoor, Arshiya" userId="f3156deb-4271-4614-8b32-45c9e2d6604c" providerId="ADAL" clId="{981131AF-E6E3-4A76-971B-05871BFA54CD}" dt="2026-04-23T17:30:20.512" v="3671" actId="26606"/>
          <ac:spMkLst>
            <pc:docMk/>
            <pc:sldMk cId="589682525" sldId="304"/>
            <ac:spMk id="9" creationId="{924D84CD-5280-4B52-B96E-8EDAA2B20C51}"/>
          </ac:spMkLst>
        </pc:spChg>
        <pc:spChg chg="add">
          <ac:chgData name="Mohd Mansoor, Arshiya" userId="f3156deb-4271-4614-8b32-45c9e2d6604c" providerId="ADAL" clId="{981131AF-E6E3-4A76-971B-05871BFA54CD}" dt="2026-04-23T17:30:20.512" v="3671" actId="26606"/>
          <ac:spMkLst>
            <pc:docMk/>
            <pc:sldMk cId="589682525" sldId="304"/>
            <ac:spMk id="11" creationId="{3E65D517-46E4-8037-A63D-629DE1253A89}"/>
          </ac:spMkLst>
        </pc:spChg>
        <pc:graphicFrameChg chg="add mod modGraphic">
          <ac:chgData name="Mohd Mansoor, Arshiya" userId="f3156deb-4271-4614-8b32-45c9e2d6604c" providerId="ADAL" clId="{981131AF-E6E3-4A76-971B-05871BFA54CD}" dt="2026-04-24T10:50:39.074" v="4686" actId="255"/>
          <ac:graphicFrameMkLst>
            <pc:docMk/>
            <pc:sldMk cId="589682525" sldId="304"/>
            <ac:graphicFrameMk id="4" creationId="{682DF19B-96FD-A4EE-B2B0-D48725DC4603}"/>
          </ac:graphicFrameMkLst>
        </pc:graphicFrameChg>
      </pc:sldChg>
      <pc:sldChg chg="addSp delSp modSp new del mod setBg">
        <pc:chgData name="Mohd Mansoor, Arshiya" userId="f3156deb-4271-4614-8b32-45c9e2d6604c" providerId="ADAL" clId="{981131AF-E6E3-4A76-971B-05871BFA54CD}" dt="2026-04-23T17:27:45.326" v="3663" actId="680"/>
        <pc:sldMkLst>
          <pc:docMk/>
          <pc:sldMk cId="1797486562" sldId="304"/>
        </pc:sldMkLst>
        <pc:spChg chg="mod">
          <ac:chgData name="Mohd Mansoor, Arshiya" userId="f3156deb-4271-4614-8b32-45c9e2d6604c" providerId="ADAL" clId="{981131AF-E6E3-4A76-971B-05871BFA54CD}" dt="2026-04-23T17:26:39.890" v="3661"/>
          <ac:spMkLst>
            <pc:docMk/>
            <pc:sldMk cId="1797486562" sldId="304"/>
            <ac:spMk id="2" creationId="{610C65CD-D3CA-DC19-253A-76926D84BF84}"/>
          </ac:spMkLst>
        </pc:spChg>
        <pc:spChg chg="add del">
          <ac:chgData name="Mohd Mansoor, Arshiya" userId="f3156deb-4271-4614-8b32-45c9e2d6604c" providerId="ADAL" clId="{981131AF-E6E3-4A76-971B-05871BFA54CD}" dt="2026-04-23T17:27:44.768" v="3662"/>
          <ac:spMkLst>
            <pc:docMk/>
            <pc:sldMk cId="1797486562" sldId="304"/>
            <ac:spMk id="3" creationId="{0B1DCBB4-A15D-6483-204E-EB691053859F}"/>
          </ac:spMkLst>
        </pc:spChg>
        <pc:spChg chg="add del">
          <ac:chgData name="Mohd Mansoor, Arshiya" userId="f3156deb-4271-4614-8b32-45c9e2d6604c" providerId="ADAL" clId="{981131AF-E6E3-4A76-971B-05871BFA54CD}" dt="2026-04-23T17:24:50.475" v="3660" actId="26606"/>
          <ac:spMkLst>
            <pc:docMk/>
            <pc:sldMk cId="1797486562" sldId="304"/>
            <ac:spMk id="9" creationId="{A4AC5506-6312-4701-8D3C-40187889A947}"/>
          </ac:spMkLst>
        </pc:spChg>
        <pc:graphicFrameChg chg="add mod">
          <ac:chgData name="Mohd Mansoor, Arshiya" userId="f3156deb-4271-4614-8b32-45c9e2d6604c" providerId="ADAL" clId="{981131AF-E6E3-4A76-971B-05871BFA54CD}" dt="2026-04-23T17:27:44.768" v="3662"/>
          <ac:graphicFrameMkLst>
            <pc:docMk/>
            <pc:sldMk cId="1797486562" sldId="304"/>
            <ac:graphicFrameMk id="4" creationId="{5DBAA4D6-F914-CCC7-EF15-9F477FEC190F}"/>
          </ac:graphicFrameMkLst>
        </pc:graphicFrameChg>
      </pc:sldChg>
      <pc:sldChg chg="modSp new mod">
        <pc:chgData name="Mohd Mansoor, Arshiya" userId="f3156deb-4271-4614-8b32-45c9e2d6604c" providerId="ADAL" clId="{981131AF-E6E3-4A76-971B-05871BFA54CD}" dt="2026-04-24T07:38:14.864" v="4390" actId="14100"/>
        <pc:sldMkLst>
          <pc:docMk/>
          <pc:sldMk cId="2591594496" sldId="305"/>
        </pc:sldMkLst>
        <pc:spChg chg="mod">
          <ac:chgData name="Mohd Mansoor, Arshiya" userId="f3156deb-4271-4614-8b32-45c9e2d6604c" providerId="ADAL" clId="{981131AF-E6E3-4A76-971B-05871BFA54CD}" dt="2026-04-23T19:50:19.833" v="4125" actId="1076"/>
          <ac:spMkLst>
            <pc:docMk/>
            <pc:sldMk cId="2591594496" sldId="305"/>
            <ac:spMk id="2" creationId="{AC557EC4-4577-2DC7-B138-95069DD9D759}"/>
          </ac:spMkLst>
        </pc:spChg>
        <pc:spChg chg="mod">
          <ac:chgData name="Mohd Mansoor, Arshiya" userId="f3156deb-4271-4614-8b32-45c9e2d6604c" providerId="ADAL" clId="{981131AF-E6E3-4A76-971B-05871BFA54CD}" dt="2026-04-24T07:38:14.864" v="4390" actId="14100"/>
          <ac:spMkLst>
            <pc:docMk/>
            <pc:sldMk cId="2591594496" sldId="305"/>
            <ac:spMk id="3" creationId="{A26F6E2F-59BC-2A71-44F2-B69F5EBCE315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07:36:55.878" v="4201" actId="20577"/>
        <pc:sldMkLst>
          <pc:docMk/>
          <pc:sldMk cId="3315611951" sldId="306"/>
        </pc:sldMkLst>
        <pc:spChg chg="mod">
          <ac:chgData name="Mohd Mansoor, Arshiya" userId="f3156deb-4271-4614-8b32-45c9e2d6604c" providerId="ADAL" clId="{981131AF-E6E3-4A76-971B-05871BFA54CD}" dt="2026-04-24T07:26:56.752" v="4167" actId="14100"/>
          <ac:spMkLst>
            <pc:docMk/>
            <pc:sldMk cId="3315611951" sldId="306"/>
            <ac:spMk id="2" creationId="{B3837675-B303-ACCB-149F-DB36DD1AF412}"/>
          </ac:spMkLst>
        </pc:spChg>
        <pc:spChg chg="mod">
          <ac:chgData name="Mohd Mansoor, Arshiya" userId="f3156deb-4271-4614-8b32-45c9e2d6604c" providerId="ADAL" clId="{981131AF-E6E3-4A76-971B-05871BFA54CD}" dt="2026-04-24T07:36:55.878" v="4201" actId="20577"/>
          <ac:spMkLst>
            <pc:docMk/>
            <pc:sldMk cId="3315611951" sldId="306"/>
            <ac:spMk id="3" creationId="{28E504DF-B8D1-0A46-52A5-77EB85D841A0}"/>
          </ac:spMkLst>
        </pc:spChg>
      </pc:sldChg>
      <pc:sldChg chg="modSp new mod">
        <pc:chgData name="Mohd Mansoor, Arshiya" userId="f3156deb-4271-4614-8b32-45c9e2d6604c" providerId="ADAL" clId="{981131AF-E6E3-4A76-971B-05871BFA54CD}" dt="2026-04-24T07:45:00.904" v="4458" actId="5793"/>
        <pc:sldMkLst>
          <pc:docMk/>
          <pc:sldMk cId="3261171233" sldId="307"/>
        </pc:sldMkLst>
        <pc:spChg chg="mod">
          <ac:chgData name="Mohd Mansoor, Arshiya" userId="f3156deb-4271-4614-8b32-45c9e2d6604c" providerId="ADAL" clId="{981131AF-E6E3-4A76-971B-05871BFA54CD}" dt="2026-04-24T07:42:25.466" v="4392" actId="14100"/>
          <ac:spMkLst>
            <pc:docMk/>
            <pc:sldMk cId="3261171233" sldId="307"/>
            <ac:spMk id="2" creationId="{11C1F696-BDEF-D135-33FB-791DE3BED75D}"/>
          </ac:spMkLst>
        </pc:spChg>
        <pc:spChg chg="mod">
          <ac:chgData name="Mohd Mansoor, Arshiya" userId="f3156deb-4271-4614-8b32-45c9e2d6604c" providerId="ADAL" clId="{981131AF-E6E3-4A76-971B-05871BFA54CD}" dt="2026-04-24T07:45:00.904" v="4458" actId="5793"/>
          <ac:spMkLst>
            <pc:docMk/>
            <pc:sldMk cId="3261171233" sldId="307"/>
            <ac:spMk id="3" creationId="{D455F96E-3B57-B85A-9D78-04357FAB7837}"/>
          </ac:spMkLst>
        </pc:spChg>
      </pc:sldChg>
      <pc:sldChg chg="addSp delSp modSp new mod">
        <pc:chgData name="Mohd Mansoor, Arshiya" userId="f3156deb-4271-4614-8b32-45c9e2d6604c" providerId="ADAL" clId="{981131AF-E6E3-4A76-971B-05871BFA54CD}" dt="2026-04-24T07:59:31.078" v="4585" actId="1076"/>
        <pc:sldMkLst>
          <pc:docMk/>
          <pc:sldMk cId="3100836421" sldId="308"/>
        </pc:sldMkLst>
        <pc:spChg chg="mod">
          <ac:chgData name="Mohd Mansoor, Arshiya" userId="f3156deb-4271-4614-8b32-45c9e2d6604c" providerId="ADAL" clId="{981131AF-E6E3-4A76-971B-05871BFA54CD}" dt="2026-04-24T07:42:45.959" v="4394"/>
          <ac:spMkLst>
            <pc:docMk/>
            <pc:sldMk cId="3100836421" sldId="308"/>
            <ac:spMk id="2" creationId="{6F331EED-F88A-9AAA-83D1-C1F576AE0CE3}"/>
          </ac:spMkLst>
        </pc:spChg>
        <pc:spChg chg="del mod">
          <ac:chgData name="Mohd Mansoor, Arshiya" userId="f3156deb-4271-4614-8b32-45c9e2d6604c" providerId="ADAL" clId="{981131AF-E6E3-4A76-971B-05871BFA54CD}" dt="2026-04-24T07:49:05.141" v="4491" actId="21"/>
          <ac:spMkLst>
            <pc:docMk/>
            <pc:sldMk cId="3100836421" sldId="308"/>
            <ac:spMk id="3" creationId="{440685C0-0FE1-242D-CE81-3A60FDCDFDEC}"/>
          </ac:spMkLst>
        </pc:spChg>
        <pc:spChg chg="add">
          <ac:chgData name="Mohd Mansoor, Arshiya" userId="f3156deb-4271-4614-8b32-45c9e2d6604c" providerId="ADAL" clId="{981131AF-E6E3-4A76-971B-05871BFA54CD}" dt="2026-04-24T07:48:08.711" v="4459"/>
          <ac:spMkLst>
            <pc:docMk/>
            <pc:sldMk cId="3100836421" sldId="308"/>
            <ac:spMk id="4" creationId="{F8DE81DD-94EA-F522-1C7E-DBAE19BD204E}"/>
          </ac:spMkLst>
        </pc:spChg>
        <pc:spChg chg="add">
          <ac:chgData name="Mohd Mansoor, Arshiya" userId="f3156deb-4271-4614-8b32-45c9e2d6604c" providerId="ADAL" clId="{981131AF-E6E3-4A76-971B-05871BFA54CD}" dt="2026-04-24T07:48:14.039" v="4462"/>
          <ac:spMkLst>
            <pc:docMk/>
            <pc:sldMk cId="3100836421" sldId="308"/>
            <ac:spMk id="5" creationId="{133888DA-9DB7-E760-A637-06B0B3E4ED65}"/>
          </ac:spMkLst>
        </pc:spChg>
        <pc:spChg chg="add mod">
          <ac:chgData name="Mohd Mansoor, Arshiya" userId="f3156deb-4271-4614-8b32-45c9e2d6604c" providerId="ADAL" clId="{981131AF-E6E3-4A76-971B-05871BFA54CD}" dt="2026-04-24T07:59:31.078" v="4585" actId="1076"/>
          <ac:spMkLst>
            <pc:docMk/>
            <pc:sldMk cId="3100836421" sldId="308"/>
            <ac:spMk id="6" creationId="{3AAE1FAD-C777-F3D0-88F8-516CF908E9FE}"/>
          </ac:spMkLst>
        </pc:spChg>
        <pc:spChg chg="add mod">
          <ac:chgData name="Mohd Mansoor, Arshiya" userId="f3156deb-4271-4614-8b32-45c9e2d6604c" providerId="ADAL" clId="{981131AF-E6E3-4A76-971B-05871BFA54CD}" dt="2026-04-24T07:50:10.199" v="4514" actId="20577"/>
          <ac:spMkLst>
            <pc:docMk/>
            <pc:sldMk cId="3100836421" sldId="308"/>
            <ac:spMk id="7" creationId="{440685C0-0FE1-242D-CE81-3A60FDCDFDEC}"/>
          </ac:spMkLst>
        </pc:spChg>
      </pc:sldChg>
      <pc:sldChg chg="addSp delSp modSp new mod">
        <pc:chgData name="Mohd Mansoor, Arshiya" userId="f3156deb-4271-4614-8b32-45c9e2d6604c" providerId="ADAL" clId="{981131AF-E6E3-4A76-971B-05871BFA54CD}" dt="2026-04-24T07:53:30.831" v="4553" actId="27636"/>
        <pc:sldMkLst>
          <pc:docMk/>
          <pc:sldMk cId="2355575734" sldId="309"/>
        </pc:sldMkLst>
        <pc:spChg chg="mod">
          <ac:chgData name="Mohd Mansoor, Arshiya" userId="f3156deb-4271-4614-8b32-45c9e2d6604c" providerId="ADAL" clId="{981131AF-E6E3-4A76-971B-05871BFA54CD}" dt="2026-04-24T07:44:06.871" v="4449"/>
          <ac:spMkLst>
            <pc:docMk/>
            <pc:sldMk cId="2355575734" sldId="309"/>
            <ac:spMk id="2" creationId="{4B2D9F76-B37F-C106-2D35-C13773FDAC08}"/>
          </ac:spMkLst>
        </pc:spChg>
        <pc:spChg chg="mod">
          <ac:chgData name="Mohd Mansoor, Arshiya" userId="f3156deb-4271-4614-8b32-45c9e2d6604c" providerId="ADAL" clId="{981131AF-E6E3-4A76-971B-05871BFA54CD}" dt="2026-04-24T07:53:30.831" v="4553" actId="27636"/>
          <ac:spMkLst>
            <pc:docMk/>
            <pc:sldMk cId="2355575734" sldId="309"/>
            <ac:spMk id="3" creationId="{87CE1446-24BD-1C5E-EB6E-12542349D155}"/>
          </ac:spMkLst>
        </pc:spChg>
        <pc:spChg chg="add del">
          <ac:chgData name="Mohd Mansoor, Arshiya" userId="f3156deb-4271-4614-8b32-45c9e2d6604c" providerId="ADAL" clId="{981131AF-E6E3-4A76-971B-05871BFA54CD}" dt="2026-04-23T20:18:17.129" v="4138" actId="22"/>
          <ac:spMkLst>
            <pc:docMk/>
            <pc:sldMk cId="2355575734" sldId="309"/>
            <ac:spMk id="5" creationId="{388C3220-49CD-C009-0342-1EFCBC054FE5}"/>
          </ac:spMkLst>
        </pc:spChg>
      </pc:sldChg>
      <pc:sldChg chg="addSp delSp modSp new mod setBg">
        <pc:chgData name="Mohd Mansoor, Arshiya" userId="f3156deb-4271-4614-8b32-45c9e2d6604c" providerId="ADAL" clId="{981131AF-E6E3-4A76-971B-05871BFA54CD}" dt="2026-04-24T08:04:47.060" v="4661" actId="114"/>
        <pc:sldMkLst>
          <pc:docMk/>
          <pc:sldMk cId="1320374052" sldId="310"/>
        </pc:sldMkLst>
        <pc:spChg chg="mod">
          <ac:chgData name="Mohd Mansoor, Arshiya" userId="f3156deb-4271-4614-8b32-45c9e2d6604c" providerId="ADAL" clId="{981131AF-E6E3-4A76-971B-05871BFA54CD}" dt="2026-04-24T08:04:37.485" v="4658" actId="255"/>
          <ac:spMkLst>
            <pc:docMk/>
            <pc:sldMk cId="1320374052" sldId="310"/>
            <ac:spMk id="2" creationId="{ECCD8619-0F05-FF87-3D0B-E544479E7A81}"/>
          </ac:spMkLst>
        </pc:spChg>
        <pc:spChg chg="add del mod">
          <ac:chgData name="Mohd Mansoor, Arshiya" userId="f3156deb-4271-4614-8b32-45c9e2d6604c" providerId="ADAL" clId="{981131AF-E6E3-4A76-971B-05871BFA54CD}" dt="2026-04-24T08:04:47.060" v="4661" actId="114"/>
          <ac:spMkLst>
            <pc:docMk/>
            <pc:sldMk cId="1320374052" sldId="310"/>
            <ac:spMk id="3" creationId="{3316A028-F6EA-DBF6-12A3-95C21836CBA4}"/>
          </ac:spMkLst>
        </pc:spChg>
        <pc:spChg chg="add del">
          <ac:chgData name="Mohd Mansoor, Arshiya" userId="f3156deb-4271-4614-8b32-45c9e2d6604c" providerId="ADAL" clId="{981131AF-E6E3-4A76-971B-05871BFA54CD}" dt="2026-04-24T07:56:21.724" v="4564" actId="26606"/>
          <ac:spMkLst>
            <pc:docMk/>
            <pc:sldMk cId="1320374052" sldId="310"/>
            <ac:spMk id="10" creationId="{353CF00F-82D0-0DBA-75D5-1D01B4526C68}"/>
          </ac:spMkLst>
        </pc:spChg>
        <pc:graphicFrameChg chg="add del">
          <ac:chgData name="Mohd Mansoor, Arshiya" userId="f3156deb-4271-4614-8b32-45c9e2d6604c" providerId="ADAL" clId="{981131AF-E6E3-4A76-971B-05871BFA54CD}" dt="2026-04-24T07:56:21.724" v="4564" actId="26606"/>
          <ac:graphicFrameMkLst>
            <pc:docMk/>
            <pc:sldMk cId="1320374052" sldId="310"/>
            <ac:graphicFrameMk id="5" creationId="{3316A028-F6EA-DBF6-12A3-95C21836CBA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11D31-C791-42AC-967B-20518D9D3D7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679BB-5A89-44F3-91E0-738D09EF7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679BB-5A89-44F3-91E0-738D09EF7D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7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679BB-5A89-44F3-91E0-738D09EF7D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1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679BB-5A89-44F3-91E0-738D09EF7D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7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679BB-5A89-44F3-91E0-738D09EF7DD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90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679BB-5A89-44F3-91E0-738D09EF7D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0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022E-E045-1AA1-EFA7-89925C88B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501" y="609600"/>
            <a:ext cx="3975100" cy="511810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Risk in a Connected World: TPRM &amp; VCRM Explained</a:t>
            </a: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/>
              <a:t>Objective:</a:t>
            </a:r>
            <a:br>
              <a:rPr lang="en-US" sz="1800" dirty="0"/>
            </a:br>
            <a:r>
              <a:rPr lang="en-US" sz="1800" dirty="0"/>
              <a:t>To demonstrate understanding of TPRM and VCRM concepts and their application in the MARS project.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Presented by: </a:t>
            </a:r>
            <a:r>
              <a:rPr lang="en-US" sz="1800" dirty="0"/>
              <a:t>Arshiya</a:t>
            </a:r>
            <a:br>
              <a:rPr lang="en-US" sz="1800" dirty="0"/>
            </a:br>
            <a:r>
              <a:rPr lang="en-US" sz="1800" b="1" dirty="0"/>
              <a:t>Project: </a:t>
            </a:r>
            <a:r>
              <a:rPr lang="en-US" sz="1800" dirty="0"/>
              <a:t>MARS</a:t>
            </a:r>
            <a:br>
              <a:rPr lang="en-US" sz="1800" dirty="0"/>
            </a:br>
            <a:r>
              <a:rPr lang="en-US" sz="1800" b="1" dirty="0"/>
              <a:t>Date: </a:t>
            </a:r>
            <a:r>
              <a:rPr lang="en-US" sz="1800" dirty="0"/>
              <a:t>22/04/2026</a:t>
            </a:r>
            <a:endParaRPr lang="en-US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FCF6D-BC3F-0732-589D-E62CBA41B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1" y="1663700"/>
            <a:ext cx="3975100" cy="3302000"/>
          </a:xfrm>
        </p:spPr>
        <p:txBody>
          <a:bodyPr>
            <a:normAutofit fontScale="5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Risk vs Threat vs Vulnerability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Risk Management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Risk Management Life Cycle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Third Party Risk Management (TPRM)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TPRM Life Cycle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Risk Domains Overview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chemeClr val="tx1"/>
                </a:solidFill>
              </a:rPr>
              <a:t>Vendor Cyber Risk Management (VCRM)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VCRM Workflow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300" b="1" dirty="0">
                <a:solidFill>
                  <a:schemeClr val="tx1"/>
                </a:solidFill>
              </a:rPr>
              <a:t>VCRM For MARS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300" b="1" dirty="0">
                <a:solidFill>
                  <a:schemeClr val="tx1"/>
                </a:solidFill>
              </a:rPr>
              <a:t>Tools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Risk vs Threat vs Vulnerability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b="1" dirty="0">
                    <a:solidFill>
                      <a:srgbClr val="0070C0"/>
                    </a:solidFill>
                  </a:rPr>
                  <a:t>Risk</a:t>
                </a:r>
                <a:r>
                  <a:rPr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:</a:t>
                </a:r>
                <a:r>
                  <a:rPr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Possibility of harm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/>
                        <m:t>Risk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/>
                        <m:t>Likelihood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/>
                        <m:t>Impact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Risk increases when likelihood or impact increases.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Example: </a:t>
                </a:r>
                <a:r>
                  <a:rPr lang="en-US" sz="2400" dirty="0"/>
                  <a:t>1. Your data gets exposed through that vendor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      2. Unauthorized data access</a:t>
                </a:r>
                <a:endParaRPr sz="2400" dirty="0"/>
              </a:p>
              <a:p>
                <a:r>
                  <a:rPr b="1" dirty="0">
                    <a:solidFill>
                      <a:srgbClr val="0070C0"/>
                    </a:solidFill>
                  </a:rPr>
                  <a:t>Threat: </a:t>
                </a:r>
                <a:r>
                  <a:rPr dirty="0"/>
                  <a:t>Ac</a:t>
                </a:r>
                <a:r>
                  <a:rPr lang="en-US" dirty="0"/>
                  <a:t>t/</a:t>
                </a:r>
                <a:r>
                  <a:rPr dirty="0"/>
                  <a:t>event causing harm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2400" b="1" dirty="0"/>
                  <a:t>Example: </a:t>
                </a:r>
                <a:r>
                  <a:rPr lang="en-US" sz="2400" dirty="0"/>
                  <a:t>1.Ransomware attack targeting a vendor</a:t>
                </a:r>
              </a:p>
              <a:p>
                <a:pPr marL="0" indent="0">
                  <a:buNone/>
                </a:pPr>
                <a:r>
                  <a:rPr lang="en-US" sz="2400" dirty="0"/>
                  <a:t>		    2.Insider misuse at third-party</a:t>
                </a:r>
                <a:endParaRPr sz="2400" dirty="0"/>
              </a:p>
              <a:p>
                <a:r>
                  <a:rPr b="1" dirty="0">
                    <a:solidFill>
                      <a:srgbClr val="0070C0"/>
                    </a:solidFill>
                  </a:rPr>
                  <a:t>Vulnerability: </a:t>
                </a:r>
                <a:r>
                  <a:rPr dirty="0"/>
                  <a:t>Weakness (e.g.</a:t>
                </a:r>
                <a:r>
                  <a:rPr lang="en-US" dirty="0"/>
                  <a:t>, </a:t>
                </a:r>
                <a:r>
                  <a:rPr dirty="0"/>
                  <a:t>unpatched system)</a:t>
                </a:r>
              </a:p>
              <a:p>
                <a:pPr marL="0" indent="0">
                  <a:buNone/>
                </a:pPr>
                <a:r>
                  <a:rPr sz="2400" b="1" dirty="0"/>
                  <a:t>Example:</a:t>
                </a:r>
                <a:r>
                  <a:rPr sz="2400" dirty="0"/>
                  <a:t> </a:t>
                </a:r>
                <a:r>
                  <a:rPr lang="en-US" sz="2400" dirty="0"/>
                  <a:t>1.</a:t>
                </a:r>
                <a:r>
                  <a:rPr sz="2400" dirty="0"/>
                  <a:t>Phishing attack exploiting user awareness gap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2.Vendor system missing security patches</a:t>
                </a:r>
                <a:endParaRPr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1037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43C5-9F65-E53C-040B-6BFCF649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Risk vs Threat vs Vulnerability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7CF8-E800-AEC7-3D00-91D35D798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Relationship between Risk threat and Vulnerability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 vulnerability alone does not create  risk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 threat alone does not create risk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Risk exists only when a threat exploits a vulnerability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Graphik Super" panose="020B0B03030202060203" pitchFamily="34" charset="0"/>
              </a:rPr>
              <a:t>Threat → exploits → Vulnerability → creates → Risk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1"/>
              </a:solidFill>
              <a:latin typeface="Graphik Super" panose="020B0B03030202060203" pitchFamily="34" charset="0"/>
            </a:endParaRPr>
          </a:p>
          <a:p>
            <a:pPr marL="0" indent="0">
              <a:buNone/>
            </a:pPr>
            <a:r>
              <a:rPr lang="en-US" sz="2400" dirty="0"/>
              <a:t>In TPRM, risks arise when vendor vulnerabilities are exposed to external threats, impacting the organization.</a:t>
            </a:r>
            <a:endParaRPr lang="en-US" sz="2400" b="1" dirty="0">
              <a:solidFill>
                <a:schemeClr val="accent1"/>
              </a:solidFill>
              <a:latin typeface="Graphik Super" panose="020B0B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5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1900"/>
            <a:ext cx="8229600" cy="5194300"/>
          </a:xfrm>
        </p:spPr>
        <p:txBody>
          <a:bodyPr>
            <a:noAutofit/>
          </a:bodyPr>
          <a:lstStyle/>
          <a:p>
            <a:r>
              <a:rPr lang="en-US" sz="2200" dirty="0"/>
              <a:t>Risk Management is the process of identifying, assessing, and controlling risks that could impact an organization’s operations, data, or objectives.</a:t>
            </a:r>
          </a:p>
          <a:p>
            <a:r>
              <a:rPr sz="2200" dirty="0"/>
              <a:t>Helps organizations reduce losses and improve decision making</a:t>
            </a:r>
          </a:p>
          <a:p>
            <a:r>
              <a:rPr sz="2200" dirty="0"/>
              <a:t>Critical for compliance, security, and business continuity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Common Frameworks:</a:t>
            </a:r>
            <a:endParaRPr lang="en-US" sz="2200" dirty="0"/>
          </a:p>
          <a:p>
            <a:r>
              <a:rPr lang="en-US" sz="2200" dirty="0"/>
              <a:t>NIST Risk Management Framework (RMF) </a:t>
            </a:r>
          </a:p>
          <a:p>
            <a:r>
              <a:rPr lang="en-US" sz="2200" dirty="0"/>
              <a:t>ISO 31000 </a:t>
            </a:r>
          </a:p>
          <a:p>
            <a:r>
              <a:rPr lang="en-US" sz="2200" dirty="0"/>
              <a:t>COSO ERM</a:t>
            </a:r>
          </a:p>
          <a:p>
            <a:pPr marL="0" indent="0">
              <a:buNone/>
            </a:pPr>
            <a:r>
              <a:rPr lang="en-US" sz="2200" dirty="0"/>
              <a:t>Organizations follow structured frameworks to standardize risk management practices.</a:t>
            </a:r>
          </a:p>
          <a:p>
            <a:pPr marL="0" indent="0">
              <a:buNone/>
            </a:pPr>
            <a:r>
              <a:rPr lang="en-US" sz="2400" dirty="0"/>
              <a:t>“</a:t>
            </a:r>
            <a:r>
              <a:rPr lang="en-US" sz="2400" dirty="0">
                <a:solidFill>
                  <a:schemeClr val="accent1"/>
                </a:solidFill>
              </a:rPr>
              <a:t>MARS aligns with </a:t>
            </a:r>
            <a:r>
              <a:rPr lang="en-US" sz="2400" b="1" dirty="0">
                <a:solidFill>
                  <a:schemeClr val="accent1"/>
                </a:solidFill>
              </a:rPr>
              <a:t>ISO 31000 principles</a:t>
            </a:r>
            <a:r>
              <a:rPr lang="en-US" sz="2400" dirty="0">
                <a:solidFill>
                  <a:schemeClr val="accent1"/>
                </a:solidFill>
              </a:rPr>
              <a:t>, along with ISO 27001 for information security risk management”</a:t>
            </a:r>
            <a:endParaRPr sz="2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6BE9-2AE0-87C1-F175-00805BB8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Qualitative vs Quantitative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4C01-A2FB-C1A1-A3C6-3624DDF9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Risk Assessment Approaches:</a:t>
            </a:r>
          </a:p>
          <a:p>
            <a:r>
              <a:rPr lang="en-US" sz="2400" b="1" dirty="0"/>
              <a:t>Qualitative</a:t>
            </a:r>
            <a:r>
              <a:rPr lang="en-US" sz="2400" dirty="0"/>
              <a:t>: It is based on categories (High / Medium / Low)</a:t>
            </a:r>
          </a:p>
          <a:p>
            <a:r>
              <a:rPr lang="en-US" sz="2400" b="1" dirty="0"/>
              <a:t>Quantitative</a:t>
            </a:r>
            <a:r>
              <a:rPr lang="en-US" sz="2400" dirty="0"/>
              <a:t>: It is based on numerical values (financial impact, probability)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Risk Appetite &amp; Tolerance:</a:t>
            </a:r>
          </a:p>
          <a:p>
            <a:r>
              <a:rPr lang="en-US" sz="2400" b="1" dirty="0"/>
              <a:t>Risk Appetite</a:t>
            </a:r>
            <a:r>
              <a:rPr lang="en-US" sz="2400" dirty="0"/>
              <a:t>: Level of risk an organization is willing to accept </a:t>
            </a:r>
          </a:p>
          <a:p>
            <a:r>
              <a:rPr lang="en-US" sz="2400" b="1" dirty="0"/>
              <a:t>Risk Tolerance</a:t>
            </a:r>
            <a:r>
              <a:rPr lang="en-US" sz="2400" dirty="0"/>
              <a:t>: Acceptable variation within that risk level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Who in an organization is responsible for risk management ?</a:t>
            </a:r>
          </a:p>
          <a:p>
            <a:pPr marL="0" indent="0">
              <a:buNone/>
            </a:pPr>
            <a:r>
              <a:rPr lang="en-US" sz="2400" b="1" dirty="0"/>
              <a:t>Stakeholders Involved:</a:t>
            </a:r>
            <a:endParaRPr lang="en-US" sz="2400" dirty="0"/>
          </a:p>
          <a:p>
            <a:r>
              <a:rPr lang="en-US" sz="2400" dirty="0"/>
              <a:t>Board of Directors </a:t>
            </a:r>
          </a:p>
          <a:p>
            <a:r>
              <a:rPr lang="en-US" sz="2400" dirty="0"/>
              <a:t>Risk Committee </a:t>
            </a:r>
          </a:p>
          <a:p>
            <a:r>
              <a:rPr lang="en-US" sz="2400" dirty="0"/>
              <a:t>CISO / Security Team </a:t>
            </a:r>
          </a:p>
          <a:p>
            <a:r>
              <a:rPr lang="en-US" sz="2400" dirty="0"/>
              <a:t>Business Owners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“In third-party risk management, organizations inherit risks from vendors, making risk management essential to prevent indirect exposure.”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7918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Risk Management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1014608"/>
            <a:ext cx="3957320" cy="500519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>
                <a:solidFill>
                  <a:srgbClr val="0070C0"/>
                </a:solidFill>
              </a:rPr>
              <a:t>Identify – </a:t>
            </a:r>
            <a:r>
              <a:rPr lang="en-US" sz="3700" dirty="0"/>
              <a:t>What could go wrong?</a:t>
            </a:r>
          </a:p>
          <a:p>
            <a:pPr marL="0" indent="0">
              <a:buNone/>
            </a:pPr>
            <a:r>
              <a:rPr lang="en-US" sz="2600" dirty="0"/>
              <a:t>Asset inventory </a:t>
            </a:r>
          </a:p>
          <a:p>
            <a:pPr marL="0" indent="0">
              <a:buNone/>
            </a:pPr>
            <a:r>
              <a:rPr lang="en-US" sz="2600" dirty="0"/>
              <a:t>Vendor identification (in TPRM) </a:t>
            </a:r>
          </a:p>
          <a:p>
            <a:pPr marL="0" indent="0">
              <a:buNone/>
            </a:pPr>
            <a:r>
              <a:rPr lang="en-US" sz="2600" dirty="0"/>
              <a:t>Threat modeling </a:t>
            </a:r>
          </a:p>
          <a:p>
            <a:pPr marL="0" indent="0">
              <a:buNone/>
            </a:pPr>
            <a:r>
              <a:rPr lang="en-US" sz="2600" dirty="0"/>
              <a:t>Vulnerability scanning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>
                <a:solidFill>
                  <a:srgbClr val="0070C0"/>
                </a:solidFill>
              </a:rPr>
              <a:t>Assess – </a:t>
            </a:r>
            <a:r>
              <a:rPr lang="en-US" sz="3700" dirty="0"/>
              <a:t>How likely is it and what is the impact?</a:t>
            </a:r>
          </a:p>
          <a:p>
            <a:pPr marL="0" indent="0">
              <a:buNone/>
            </a:pPr>
            <a:r>
              <a:rPr lang="en-US" sz="2600" dirty="0"/>
              <a:t>Likelihood &amp; impact analysis</a:t>
            </a:r>
          </a:p>
          <a:p>
            <a:pPr marL="0" indent="0">
              <a:buNone/>
            </a:pPr>
            <a:r>
              <a:rPr lang="en-US" sz="2600" dirty="0"/>
              <a:t>Risk scoring(High/Medium/Low)</a:t>
            </a:r>
          </a:p>
          <a:p>
            <a:pPr marL="0" indent="0">
              <a:buNone/>
            </a:pPr>
            <a:r>
              <a:rPr lang="en-US" sz="2600" dirty="0"/>
              <a:t>Use of risk matrices </a:t>
            </a:r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0070C0"/>
                </a:solidFill>
              </a:rPr>
              <a:t>Mitigate – </a:t>
            </a:r>
            <a:r>
              <a:rPr lang="en-US" sz="3700" dirty="0"/>
              <a:t>What actions can reduce the risk?</a:t>
            </a:r>
          </a:p>
          <a:p>
            <a:pPr marL="0" indent="0">
              <a:buNone/>
            </a:pPr>
            <a:r>
              <a:rPr lang="en-US" dirty="0"/>
              <a:t>Risk treatment strategies: </a:t>
            </a:r>
          </a:p>
          <a:p>
            <a:pPr marL="0" indent="0">
              <a:buNone/>
            </a:pPr>
            <a:r>
              <a:rPr lang="en-US" sz="2800" dirty="0"/>
              <a:t>	Accept</a:t>
            </a:r>
          </a:p>
          <a:p>
            <a:pPr marL="0" indent="0">
              <a:buNone/>
            </a:pPr>
            <a:r>
              <a:rPr lang="en-US" sz="2800" dirty="0"/>
              <a:t>	Avoid</a:t>
            </a:r>
          </a:p>
          <a:p>
            <a:pPr marL="0" indent="0">
              <a:buNone/>
            </a:pPr>
            <a:r>
              <a:rPr lang="en-US" sz="2800" dirty="0"/>
              <a:t>	Transfer </a:t>
            </a:r>
          </a:p>
          <a:p>
            <a:pPr marL="0" indent="0">
              <a:buNone/>
            </a:pPr>
            <a:r>
              <a:rPr lang="en-US" sz="2800" dirty="0"/>
              <a:t>	Mitigate</a:t>
            </a:r>
          </a:p>
          <a:p>
            <a:pPr marL="0" indent="0">
              <a:buNone/>
            </a:pPr>
            <a:r>
              <a:rPr lang="en-US" dirty="0"/>
              <a:t>Implement controls (MFA, encryption, etc.)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>
                <a:solidFill>
                  <a:srgbClr val="0070C0"/>
                </a:solidFill>
              </a:rPr>
              <a:t>Monitor – </a:t>
            </a:r>
            <a:r>
              <a:rPr lang="en-US" sz="3700" dirty="0"/>
              <a:t>Continuously track and review risks</a:t>
            </a:r>
          </a:p>
          <a:p>
            <a:pPr marL="0" indent="0">
              <a:buNone/>
            </a:pPr>
            <a:r>
              <a:rPr lang="en-US" dirty="0"/>
              <a:t>Continuous monitoring</a:t>
            </a:r>
          </a:p>
          <a:p>
            <a:pPr marL="0" indent="0">
              <a:buNone/>
            </a:pPr>
            <a:r>
              <a:rPr lang="en-US" dirty="0"/>
              <a:t>KRIs(Key Risk Indicators)</a:t>
            </a:r>
          </a:p>
          <a:p>
            <a:pPr marL="0" indent="0">
              <a:buNone/>
            </a:pPr>
            <a:r>
              <a:rPr lang="en-US" dirty="0"/>
              <a:t>Dashboards &amp; reporting</a:t>
            </a:r>
          </a:p>
          <a:p>
            <a:pPr marL="0" indent="0">
              <a:buNone/>
            </a:pPr>
            <a:r>
              <a:rPr lang="en-US" dirty="0"/>
              <a:t>Periodic reassessments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1E030-A924-F15A-569C-72E606CFDD45}"/>
              </a:ext>
            </a:extLst>
          </p:cNvPr>
          <p:cNvSpPr txBox="1"/>
          <p:nvPr/>
        </p:nvSpPr>
        <p:spPr>
          <a:xfrm>
            <a:off x="4414520" y="1898491"/>
            <a:ext cx="2913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</a:t>
            </a:r>
            <a:r>
              <a:rPr lang="en-US" b="1" dirty="0"/>
              <a:t>Identify  </a:t>
            </a:r>
            <a:r>
              <a:rPr lang="en-US" dirty="0"/>
              <a:t>     </a:t>
            </a:r>
            <a:r>
              <a:rPr lang="en-US" b="1" dirty="0"/>
              <a:t>Monitor</a:t>
            </a:r>
            <a:br>
              <a:rPr lang="en-US" dirty="0"/>
            </a:br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       </a:t>
            </a:r>
          </a:p>
          <a:p>
            <a:r>
              <a:rPr lang="en-US" dirty="0"/>
              <a:t>          </a:t>
            </a:r>
            <a:r>
              <a:rPr lang="en-US" b="1" dirty="0"/>
              <a:t>Assess </a:t>
            </a:r>
            <a:r>
              <a:rPr lang="en-US" dirty="0"/>
              <a:t>  </a:t>
            </a:r>
            <a:r>
              <a:rPr lang="en-US" b="1" dirty="0"/>
              <a:t>      Mitigate</a:t>
            </a:r>
            <a:br>
              <a:rPr lang="en-US" b="1" dirty="0"/>
            </a:br>
            <a:r>
              <a:rPr lang="en-US" b="1" dirty="0"/>
              <a:t>              </a:t>
            </a: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5DD9C651-EABC-7145-6414-FC818B5A0E46}"/>
              </a:ext>
            </a:extLst>
          </p:cNvPr>
          <p:cNvSpPr/>
          <p:nvPr/>
        </p:nvSpPr>
        <p:spPr>
          <a:xfrm>
            <a:off x="4495800" y="2042160"/>
            <a:ext cx="518160" cy="9652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23C5EF58-86E4-769C-A810-18B037711AE2}"/>
              </a:ext>
            </a:extLst>
          </p:cNvPr>
          <p:cNvSpPr/>
          <p:nvPr/>
        </p:nvSpPr>
        <p:spPr>
          <a:xfrm>
            <a:off x="5323840" y="3007360"/>
            <a:ext cx="1203960" cy="46228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A0664054-221E-29B5-03FD-5065534F7D5E}"/>
              </a:ext>
            </a:extLst>
          </p:cNvPr>
          <p:cNvSpPr/>
          <p:nvPr/>
        </p:nvSpPr>
        <p:spPr>
          <a:xfrm rot="10800000">
            <a:off x="6926580" y="2001520"/>
            <a:ext cx="482600" cy="100584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Up 17">
            <a:extLst>
              <a:ext uri="{FF2B5EF4-FFF2-40B4-BE49-F238E27FC236}">
                <a16:creationId xmlns:a16="http://schemas.microsoft.com/office/drawing/2014/main" id="{08A71549-EC8C-CD13-9FE7-59A8F3865C7D}"/>
              </a:ext>
            </a:extLst>
          </p:cNvPr>
          <p:cNvSpPr/>
          <p:nvPr/>
        </p:nvSpPr>
        <p:spPr>
          <a:xfrm rot="10800000">
            <a:off x="5363277" y="1436212"/>
            <a:ext cx="1125086" cy="46227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5C6FA-390B-3FF9-03CE-5C0E9CF1DA19}"/>
              </a:ext>
            </a:extLst>
          </p:cNvPr>
          <p:cNvSpPr txBox="1"/>
          <p:nvPr/>
        </p:nvSpPr>
        <p:spPr>
          <a:xfrm>
            <a:off x="4241800" y="383835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Risks are documented and tracked in a Risk Register throughout the lifecycle.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Communication and reporting occur across all stages of the lifecycle.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465BD6-79D6-FE49-D9AE-7B0E8748F60B}"/>
              </a:ext>
            </a:extLst>
          </p:cNvPr>
          <p:cNvSpPr txBox="1"/>
          <p:nvPr/>
        </p:nvSpPr>
        <p:spPr>
          <a:xfrm>
            <a:off x="516011" y="5809527"/>
            <a:ext cx="835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“In TPRM, this lifecycle is applied to vendors — from identifying vendor risks to continuous monitoring of their security posture</a:t>
            </a:r>
            <a:r>
              <a:rPr lang="en-US" dirty="0"/>
              <a:t>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Third Party Risk Management (TPRM)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338762"/>
          </a:xfrm>
        </p:spPr>
        <p:txBody>
          <a:bodyPr>
            <a:normAutofit fontScale="40000" lnSpcReduction="20000"/>
          </a:bodyPr>
          <a:lstStyle/>
          <a:p>
            <a:r>
              <a:rPr lang="en-US" sz="4500" dirty="0"/>
              <a:t>TPRM (Third-Party Risk Management) is the process of identifying, assessing, and managing risks that arise from working with external vendors, suppliers, or service providers.</a:t>
            </a:r>
          </a:p>
          <a:p>
            <a:r>
              <a:rPr sz="4500" dirty="0"/>
              <a:t>Ensures third parties meet security &amp; compliance standards</a:t>
            </a:r>
          </a:p>
          <a:p>
            <a:r>
              <a:rPr sz="4500" dirty="0"/>
              <a:t>Important due to data sharing and outsourcing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Who are Third Parties?</a:t>
            </a:r>
          </a:p>
          <a:p>
            <a:r>
              <a:rPr lang="en-US" sz="4000" dirty="0"/>
              <a:t>Vendors &amp; suppliers </a:t>
            </a:r>
          </a:p>
          <a:p>
            <a:r>
              <a:rPr lang="en-US" sz="4000" dirty="0"/>
              <a:t>Contractors </a:t>
            </a:r>
          </a:p>
          <a:p>
            <a:r>
              <a:rPr lang="en-US" sz="4000" dirty="0"/>
              <a:t>Cloud service providers </a:t>
            </a:r>
          </a:p>
          <a:p>
            <a:r>
              <a:rPr lang="en-US" sz="4000" dirty="0"/>
              <a:t>Business partners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Why TPRM Matters</a:t>
            </a:r>
          </a:p>
          <a:p>
            <a:r>
              <a:rPr lang="en-US" sz="4000" dirty="0"/>
              <a:t>Organizations share sensitive data with vendors </a:t>
            </a:r>
          </a:p>
          <a:p>
            <a:r>
              <a:rPr lang="en-US" sz="4000" dirty="0"/>
              <a:t>Risks can be introduced indirectly </a:t>
            </a:r>
          </a:p>
          <a:p>
            <a:r>
              <a:rPr lang="en-US" sz="4000" dirty="0"/>
              <a:t>Example: Vendor breach impacting organization 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Key Concepts</a:t>
            </a:r>
          </a:p>
          <a:p>
            <a:r>
              <a:rPr lang="en-US" sz="4000" b="1" dirty="0"/>
              <a:t>Fourth-Party Risk</a:t>
            </a:r>
            <a:r>
              <a:rPr lang="en-US" sz="4000" dirty="0"/>
              <a:t>: Risk from vendor’s vendors </a:t>
            </a:r>
          </a:p>
          <a:p>
            <a:r>
              <a:rPr lang="en-US" sz="4000" b="1" dirty="0"/>
              <a:t>Shared Responsibility</a:t>
            </a:r>
            <a:r>
              <a:rPr lang="en-US" sz="4000" dirty="0"/>
              <a:t> (cloud): Security is split between provider &amp; organization </a:t>
            </a:r>
          </a:p>
          <a:p>
            <a:pPr marL="0" indent="0">
              <a:buNone/>
            </a:pPr>
            <a:r>
              <a:rPr lang="en-US" sz="4000" b="1" dirty="0"/>
              <a:t> </a:t>
            </a:r>
            <a:r>
              <a:rPr lang="en-US" sz="4000" b="1" dirty="0">
                <a:solidFill>
                  <a:schemeClr val="accent1"/>
                </a:solidFill>
              </a:rPr>
              <a:t>TPRM vs Vendor Management</a:t>
            </a:r>
          </a:p>
          <a:p>
            <a:r>
              <a:rPr lang="en-US" sz="4000" dirty="0"/>
              <a:t>Vendor Management → performance &amp; delivery </a:t>
            </a:r>
          </a:p>
          <a:p>
            <a:r>
              <a:rPr lang="en-US" sz="4000" dirty="0"/>
              <a:t>TPRM → risk, security, and compliance focus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434B-8C9E-C03F-51F5-248283B2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TPRM – Real-World Context &amp;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8AF3-A35F-1262-5DD0-2774CEEB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38956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Regulatory Drivers</a:t>
            </a:r>
          </a:p>
          <a:p>
            <a:r>
              <a:rPr lang="en-US" sz="7200" dirty="0"/>
              <a:t>GDPR (data protection) </a:t>
            </a:r>
          </a:p>
          <a:p>
            <a:r>
              <a:rPr lang="en-US" sz="7200" dirty="0"/>
              <a:t>SOX (financial controls) </a:t>
            </a:r>
          </a:p>
          <a:p>
            <a:r>
              <a:rPr lang="en-US" sz="7200" dirty="0"/>
              <a:t>OCC / FFIEC (financial sector) </a:t>
            </a:r>
          </a:p>
          <a:p>
            <a:pPr marL="0" indent="0">
              <a:buNone/>
            </a:pPr>
            <a:r>
              <a:rPr lang="en-US" sz="7200" dirty="0"/>
              <a:t>Regulatory requirements drive strong TPRM practices.</a:t>
            </a:r>
            <a:br>
              <a:rPr lang="en-US" sz="7200" dirty="0"/>
            </a:br>
            <a:endParaRPr lang="en-US" sz="7200" dirty="0"/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Real-World Examples</a:t>
            </a:r>
          </a:p>
          <a:p>
            <a:r>
              <a:rPr lang="en-US" sz="7200" b="1" dirty="0"/>
              <a:t>Target breach</a:t>
            </a:r>
            <a:r>
              <a:rPr lang="en-US" sz="7200" dirty="0"/>
              <a:t> → via HVAC vendor access </a:t>
            </a:r>
          </a:p>
          <a:p>
            <a:r>
              <a:rPr lang="en-US" sz="7200" b="1" dirty="0"/>
              <a:t>SolarWinds attack</a:t>
            </a:r>
            <a:r>
              <a:rPr lang="en-US" sz="7200" dirty="0"/>
              <a:t> → supply chain compromise </a:t>
            </a:r>
          </a:p>
          <a:p>
            <a:pPr marL="0" indent="0">
              <a:buNone/>
            </a:pPr>
            <a:r>
              <a:rPr lang="en-US" sz="7200" dirty="0"/>
              <a:t>Third-party weaknesses can directly impact organizations.</a:t>
            </a:r>
            <a:endParaRPr lang="en-US" sz="8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Industry Context (MARS)</a:t>
            </a:r>
          </a:p>
          <a:p>
            <a:r>
              <a:rPr lang="en-US" sz="7200" dirty="0"/>
              <a:t>If MARS = FMCG (likely):</a:t>
            </a:r>
          </a:p>
          <a:p>
            <a:r>
              <a:rPr lang="en-US" sz="7200" dirty="0"/>
              <a:t>Handles consumer data </a:t>
            </a:r>
          </a:p>
          <a:p>
            <a:r>
              <a:rPr lang="en-US" sz="7200" dirty="0"/>
              <a:t>Global supply chain </a:t>
            </a:r>
          </a:p>
          <a:p>
            <a:r>
              <a:rPr lang="en-US" sz="7200" dirty="0"/>
              <a:t>Vendor-heavy ecosystem </a:t>
            </a:r>
          </a:p>
          <a:p>
            <a:pPr marL="0" indent="0">
              <a:buNone/>
            </a:pPr>
            <a:r>
              <a:rPr lang="en-US" sz="7200" dirty="0"/>
              <a:t>High reliance on vendors increases third-party risk exposure.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>
                <a:solidFill>
                  <a:schemeClr val="accent1"/>
                </a:solidFill>
              </a:rPr>
              <a:t>“Mars is in the food &amp; pet care industry, so its TPRM focuses heavily on data protection, supply chain security, regulatory compliance, and business continuity.”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2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TPRM Life Cycle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600" dirty="0"/>
              <a:t>Vendor Identification &amp; Criticality Tiering</a:t>
            </a:r>
          </a:p>
          <a:p>
            <a:r>
              <a:rPr sz="2600" dirty="0"/>
              <a:t>Risk Assessment &amp; Questionnaires </a:t>
            </a:r>
          </a:p>
          <a:p>
            <a:r>
              <a:rPr sz="2600" dirty="0"/>
              <a:t>Due Diligence (SOC2, ISO review)</a:t>
            </a:r>
          </a:p>
          <a:p>
            <a:r>
              <a:rPr sz="2600" dirty="0"/>
              <a:t>Contracting &amp; Onboarding</a:t>
            </a:r>
          </a:p>
          <a:p>
            <a:r>
              <a:rPr sz="2600" dirty="0"/>
              <a:t>Continuous Monitoring (alerts, reassessment)</a:t>
            </a:r>
          </a:p>
          <a:p>
            <a:r>
              <a:rPr sz="2600" dirty="0"/>
              <a:t>Offboarding &amp; termination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“The TPRM lifecycle ensures risks are managed throughout the vendor relationship — from onboarding to exit”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E11B7-6F41-1226-735A-1E7F8B5F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41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TPRM Life Cycle – Detailed Activities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8273DF-55FC-80A5-EB7C-B3D686508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21905"/>
              </p:ext>
            </p:extLst>
          </p:nvPr>
        </p:nvGraphicFramePr>
        <p:xfrm>
          <a:off x="730249" y="1235077"/>
          <a:ext cx="7683501" cy="3658442"/>
        </p:xfrm>
        <a:graphic>
          <a:graphicData uri="http://schemas.openxmlformats.org/drawingml/2006/table">
            <a:tbl>
              <a:tblPr/>
              <a:tblGrid>
                <a:gridCol w="2561167">
                  <a:extLst>
                    <a:ext uri="{9D8B030D-6E8A-4147-A177-3AD203B41FA5}">
                      <a16:colId xmlns:a16="http://schemas.microsoft.com/office/drawing/2014/main" val="131206090"/>
                    </a:ext>
                  </a:extLst>
                </a:gridCol>
                <a:gridCol w="2561167">
                  <a:extLst>
                    <a:ext uri="{9D8B030D-6E8A-4147-A177-3AD203B41FA5}">
                      <a16:colId xmlns:a16="http://schemas.microsoft.com/office/drawing/2014/main" val="4265076872"/>
                    </a:ext>
                  </a:extLst>
                </a:gridCol>
                <a:gridCol w="2561167">
                  <a:extLst>
                    <a:ext uri="{9D8B030D-6E8A-4147-A177-3AD203B41FA5}">
                      <a16:colId xmlns:a16="http://schemas.microsoft.com/office/drawing/2014/main" val="1743288423"/>
                    </a:ext>
                  </a:extLst>
                </a:gridCol>
              </a:tblGrid>
              <a:tr h="213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Phase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</a:rPr>
                        <a:t>Key Activities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Key Outputs / Criteria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844012"/>
                  </a:ext>
                </a:extLst>
              </a:tr>
              <a:tr h="61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Vendor Identification &amp; Tiering</a:t>
                      </a:r>
                      <a:endParaRPr lang="en-US" sz="12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Classify vendors based on: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data sensitivity (PII, financial), system access, business criticality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Tier 1 (High), Tier 2 (Medium), Tier 3 (Low)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474848"/>
                  </a:ext>
                </a:extLst>
              </a:tr>
              <a:tr h="61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Risk Assessment</a:t>
                      </a:r>
                      <a:endParaRPr lang="en-US" sz="12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 questionnaires: SIG, CAIQ, custom; assess domains: security, compliance, operational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Inherent Risk Score, Risk Classification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729032"/>
                  </a:ext>
                </a:extLst>
              </a:tr>
              <a:tr h="47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Due Diligence</a:t>
                      </a:r>
                      <a:endParaRPr lang="en-US" sz="12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Review SOC reports, ISO 27001, policies, architecture diagrams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SOC 1 (financial), SOC 2 (security controls), SOC 3 (public summary)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63879"/>
                  </a:ext>
                </a:extLst>
              </a:tr>
              <a:tr h="61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Contracting &amp; Onboarding</a:t>
                      </a:r>
                      <a:endParaRPr lang="en-US" sz="12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 clauses: right to audit, breach notification SLA, data protection, access control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Signed contract with security requirements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05097"/>
                  </a:ext>
                </a:extLst>
              </a:tr>
              <a:tr h="62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Continuous Monitoring</a:t>
                      </a:r>
                      <a:endParaRPr lang="en-US" sz="12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Trigger reassessment on: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incidents, vendor changes, periodic reviews; use tools like BitSight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Updated risk posture, alerts, reports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19053"/>
                  </a:ext>
                </a:extLst>
              </a:tr>
              <a:tr h="481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Offboarding</a:t>
                      </a:r>
                      <a:endParaRPr lang="en-US" sz="12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Revoke access, ensure data return/deletion, terminate contracts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Access revoked, data securely removed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1894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1B846C-6197-CF2A-6C9C-E14B304114E8}"/>
              </a:ext>
            </a:extLst>
          </p:cNvPr>
          <p:cNvSpPr txBox="1"/>
          <p:nvPr/>
        </p:nvSpPr>
        <p:spPr>
          <a:xfrm>
            <a:off x="279400" y="4944557"/>
            <a:ext cx="87502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Timelines / SLAs (Indicative):</a:t>
            </a:r>
            <a:endParaRPr lang="en-US" sz="14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Risk Assessment: 1–2 weeks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Due Diligence: 2–4 weeks (depends on vendor criticality)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Monitoring: Continuous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chemeClr val="accent1"/>
                </a:solidFill>
              </a:rPr>
              <a:t>“Mars follows the standard TPRM lifecycle but with stricter data-driven risk classification, evidence-based validation, and continuous monitoring tools, making the process more structured and audit-focused.”</a:t>
            </a:r>
          </a:p>
        </p:txBody>
      </p:sp>
    </p:spTree>
    <p:extLst>
      <p:ext uri="{BB962C8B-B14F-4D97-AF65-F5344CB8AC3E}">
        <p14:creationId xmlns:p14="http://schemas.microsoft.com/office/powerpoint/2010/main" val="147520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2313E5A-34DF-F2D6-074E-D21166347F4C}"/>
              </a:ext>
            </a:extLst>
          </p:cNvPr>
          <p:cNvSpPr txBox="1">
            <a:spLocks/>
          </p:cNvSpPr>
          <p:nvPr/>
        </p:nvSpPr>
        <p:spPr>
          <a:xfrm>
            <a:off x="457200" y="1095954"/>
            <a:ext cx="8132322" cy="4799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600" b="1"/>
              <a:t>Inherent Risk: </a:t>
            </a:r>
            <a:r>
              <a:rPr lang="en-US" sz="2600"/>
              <a:t>The level of risk that exists before any controls or safeguards are applied.</a:t>
            </a:r>
          </a:p>
          <a:p>
            <a:pPr marL="0" indent="0">
              <a:buFont typeface="Arial"/>
              <a:buNone/>
            </a:pPr>
            <a:r>
              <a:rPr lang="en-US" sz="2600" b="1"/>
              <a:t>Examples: </a:t>
            </a:r>
            <a:r>
              <a:rPr lang="en-US" sz="2600"/>
              <a:t>A company storing customer data in the cloud → high inherent risk </a:t>
            </a:r>
          </a:p>
          <a:p>
            <a:pPr marL="0" indent="0">
              <a:buFont typeface="Arial"/>
              <a:buNone/>
            </a:pPr>
            <a:r>
              <a:rPr lang="en-US" sz="2600"/>
              <a:t>     Handling financial transactions → high inherent risk </a:t>
            </a:r>
          </a:p>
          <a:p>
            <a:pPr marL="0" indent="0">
              <a:buFont typeface="Arial"/>
              <a:buNone/>
            </a:pPr>
            <a:r>
              <a:rPr lang="en-US" sz="2600"/>
              <a:t>     Sending internal emails → low inherent risk</a:t>
            </a:r>
          </a:p>
          <a:p>
            <a:pPr marL="0" indent="0">
              <a:buFont typeface="Arial"/>
              <a:buNone/>
            </a:pPr>
            <a:r>
              <a:rPr lang="en-US" sz="2600" b="1"/>
              <a:t>Residual Risk: </a:t>
            </a:r>
            <a:r>
              <a:rPr lang="en-US" sz="2600"/>
              <a:t>The level of risk that remains after controls are implemented.</a:t>
            </a:r>
          </a:p>
          <a:p>
            <a:pPr marL="0" indent="0">
              <a:buFont typeface="Arial"/>
              <a:buNone/>
            </a:pPr>
            <a:r>
              <a:rPr lang="en-US" sz="2600">
                <a:solidFill>
                  <a:schemeClr val="accent1"/>
                </a:solidFill>
              </a:rPr>
              <a:t>Residual Risk=Inherent Risk−Control Effectiveness</a:t>
            </a:r>
          </a:p>
          <a:p>
            <a:pPr marL="0" indent="0">
              <a:buFont typeface="Arial"/>
              <a:buNone/>
            </a:pPr>
            <a:r>
              <a:rPr lang="en-US" sz="2600" b="1"/>
              <a:t>Examples:</a:t>
            </a:r>
            <a:endParaRPr lang="en-US" sz="2600"/>
          </a:p>
          <a:p>
            <a:pPr marL="0" indent="0">
              <a:buFont typeface="Arial"/>
              <a:buNone/>
            </a:pPr>
            <a:r>
              <a:rPr lang="en-US" sz="2600"/>
              <a:t>	Cloud storage + encryption + access control → 	reduced     	(residual) risk </a:t>
            </a:r>
          </a:p>
          <a:p>
            <a:pPr marL="0" indent="0">
              <a:buFont typeface="Arial"/>
              <a:buNone/>
            </a:pPr>
            <a:r>
              <a:rPr lang="en-US" sz="2600"/>
              <a:t>	Financial system + monitoring + MFA → lower residual 	risk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727AE-0CE5-28A9-C128-CA29FFF751B0}"/>
              </a:ext>
            </a:extLst>
          </p:cNvPr>
          <p:cNvSpPr txBox="1"/>
          <p:nvPr/>
        </p:nvSpPr>
        <p:spPr>
          <a:xfrm>
            <a:off x="0" y="408561"/>
            <a:ext cx="8132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Inherent Risk vs Residual Risk</a:t>
            </a:r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8650B9B-B543-8788-B9DF-9A66C4D41949}"/>
              </a:ext>
            </a:extLst>
          </p:cNvPr>
          <p:cNvSpPr/>
          <p:nvPr/>
        </p:nvSpPr>
        <p:spPr>
          <a:xfrm>
            <a:off x="2023353" y="5894963"/>
            <a:ext cx="1089498" cy="38910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DA923F6-90AA-815A-748F-641ECC4482B6}"/>
              </a:ext>
            </a:extLst>
          </p:cNvPr>
          <p:cNvSpPr/>
          <p:nvPr/>
        </p:nvSpPr>
        <p:spPr>
          <a:xfrm>
            <a:off x="4902743" y="5894962"/>
            <a:ext cx="1089498" cy="3891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217F7-9DAA-9632-D14F-F31A192C000F}"/>
              </a:ext>
            </a:extLst>
          </p:cNvPr>
          <p:cNvSpPr txBox="1"/>
          <p:nvPr/>
        </p:nvSpPr>
        <p:spPr>
          <a:xfrm>
            <a:off x="642026" y="5936026"/>
            <a:ext cx="794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nherent Risk                        Controls Applied                         Residual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B734-E64F-7A46-0BF2-6FE5FB78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Inherent Risk vs Residual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CFE9-F93A-AA20-0144-3B190F65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Control Effectiveness (new concept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Measures how well controls reduce risk </a:t>
            </a:r>
          </a:p>
          <a:p>
            <a:r>
              <a:rPr lang="en-US" dirty="0"/>
              <a:t>Based on: </a:t>
            </a:r>
          </a:p>
          <a:p>
            <a:pPr lvl="1"/>
            <a:r>
              <a:rPr lang="en-US" dirty="0"/>
              <a:t>Control design </a:t>
            </a:r>
          </a:p>
          <a:p>
            <a:pPr lvl="1"/>
            <a:r>
              <a:rPr lang="en-US" dirty="0"/>
              <a:t>Implementation </a:t>
            </a:r>
          </a:p>
          <a:p>
            <a:pPr lvl="1"/>
            <a:r>
              <a:rPr lang="en-US" dirty="0"/>
              <a:t>Testing results </a:t>
            </a:r>
          </a:p>
          <a:p>
            <a:pPr marL="0" indent="0">
              <a:buNone/>
            </a:pPr>
            <a:r>
              <a:rPr lang="en-US" dirty="0"/>
              <a:t>Often scored (e.g., Effective / Partially Effective / Ineffective)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Risk Appetite &amp; Tolerance </a:t>
            </a:r>
          </a:p>
          <a:p>
            <a:r>
              <a:rPr lang="en-US" b="1" dirty="0"/>
              <a:t>Risk Appetite</a:t>
            </a:r>
            <a:r>
              <a:rPr lang="en-US" dirty="0"/>
              <a:t>: Level of risk the organization is willing to accept </a:t>
            </a:r>
          </a:p>
          <a:p>
            <a:r>
              <a:rPr lang="en-US" b="1" dirty="0"/>
              <a:t>Risk Tolerance</a:t>
            </a:r>
            <a:r>
              <a:rPr lang="en-US" dirty="0"/>
              <a:t>: Acceptable variation within that level 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What if risk exceeds appetite? </a:t>
            </a:r>
          </a:p>
          <a:p>
            <a:r>
              <a:rPr lang="en-US" dirty="0"/>
              <a:t>If residual risk exceeds risk appetite:</a:t>
            </a:r>
          </a:p>
          <a:p>
            <a:r>
              <a:rPr lang="en-US" dirty="0"/>
              <a:t>Escalated to leadership </a:t>
            </a:r>
          </a:p>
          <a:p>
            <a:r>
              <a:rPr lang="en-US" dirty="0"/>
              <a:t>Decision: Accept, Mitigate further, or Reject </a:t>
            </a:r>
          </a:p>
          <a:p>
            <a:pPr marL="0" indent="0">
              <a:buNone/>
            </a:pPr>
            <a:endParaRPr lang="en-US" sz="3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800" dirty="0">
                <a:solidFill>
                  <a:schemeClr val="accent1"/>
                </a:solidFill>
              </a:rPr>
              <a:t>“Mars assesses inherent risk based on data, access, and criticality, then derives residual risk after control validation, using a Low–Medium–High–Critical rating scale.”</a:t>
            </a:r>
          </a:p>
        </p:txBody>
      </p:sp>
    </p:spTree>
    <p:extLst>
      <p:ext uri="{BB962C8B-B14F-4D97-AF65-F5344CB8AC3E}">
        <p14:creationId xmlns:p14="http://schemas.microsoft.com/office/powerpoint/2010/main" val="2365308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Risk Domains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81563"/>
          </a:xfrm>
        </p:spPr>
        <p:txBody>
          <a:bodyPr>
            <a:normAutofit fontScale="70000" lnSpcReduction="20000"/>
          </a:bodyPr>
          <a:lstStyle/>
          <a:p>
            <a:r>
              <a:rPr sz="2600" dirty="0"/>
              <a:t>IT Risk</a:t>
            </a:r>
            <a:endParaRPr lang="en-US" sz="2600" dirty="0"/>
          </a:p>
          <a:p>
            <a:r>
              <a:rPr sz="2600" dirty="0"/>
              <a:t>Cybersecurity Risk</a:t>
            </a:r>
            <a:endParaRPr lang="en-US" sz="2600" dirty="0"/>
          </a:p>
          <a:p>
            <a:r>
              <a:rPr sz="2600" dirty="0"/>
              <a:t>Vendor Risk</a:t>
            </a:r>
            <a:endParaRPr lang="en-US" sz="2600" dirty="0"/>
          </a:p>
          <a:p>
            <a:r>
              <a:rPr sz="2600" dirty="0"/>
              <a:t>Compliance Risk</a:t>
            </a:r>
          </a:p>
          <a:p>
            <a:r>
              <a:rPr sz="2600" dirty="0"/>
              <a:t>Business Continuity Risk</a:t>
            </a:r>
            <a:endParaRPr lang="en-US" sz="2600" dirty="0"/>
          </a:p>
          <a:p>
            <a:r>
              <a:rPr lang="en-US" sz="2600" dirty="0"/>
              <a:t>Operational Risk </a:t>
            </a:r>
          </a:p>
          <a:p>
            <a:r>
              <a:rPr lang="en-US" sz="2600" dirty="0"/>
              <a:t>Reputational Risk</a:t>
            </a:r>
          </a:p>
          <a:p>
            <a:r>
              <a:rPr lang="en-US" sz="2600" dirty="0"/>
              <a:t>Financial Risk</a:t>
            </a:r>
          </a:p>
          <a:p>
            <a:r>
              <a:rPr lang="en-US" sz="2600" dirty="0"/>
              <a:t>Data Privacy Risk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3000" dirty="0"/>
              <a:t>Risk domains often overlap and impact multiple areas simultaneously.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Example</a:t>
            </a:r>
          </a:p>
          <a:p>
            <a:r>
              <a:rPr lang="en-US" sz="3000" dirty="0"/>
              <a:t>A vendor data breach can impact cybersecurity, compliance, and reputation.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694C-31F6-20A2-AA0F-C9ECA230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86" y="254634"/>
            <a:ext cx="7083028" cy="954194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Risk Domains – Detailed 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DFAE28-0DBD-C4E3-1511-7F29D8D4D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769048"/>
              </p:ext>
            </p:extLst>
          </p:nvPr>
        </p:nvGraphicFramePr>
        <p:xfrm>
          <a:off x="95250" y="1048428"/>
          <a:ext cx="8953500" cy="551683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155950">
                  <a:extLst>
                    <a:ext uri="{9D8B030D-6E8A-4147-A177-3AD203B41FA5}">
                      <a16:colId xmlns:a16="http://schemas.microsoft.com/office/drawing/2014/main" val="3785921388"/>
                    </a:ext>
                  </a:extLst>
                </a:gridCol>
                <a:gridCol w="5797550">
                  <a:extLst>
                    <a:ext uri="{9D8B030D-6E8A-4147-A177-3AD203B41FA5}">
                      <a16:colId xmlns:a16="http://schemas.microsoft.com/office/drawing/2014/main" val="2475032113"/>
                    </a:ext>
                  </a:extLst>
                </a:gridCol>
              </a:tblGrid>
              <a:tr h="300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Domain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Key Risks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15812"/>
                  </a:ext>
                </a:extLst>
              </a:tr>
              <a:tr h="418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IT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outages, data loss, unauthorized access, shadow IT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382120"/>
                  </a:ext>
                </a:extLst>
              </a:tr>
              <a:tr h="418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Cybersecurity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Ransomware, phishing, DDoS attacks, insider threats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2905"/>
                  </a:ext>
                </a:extLst>
              </a:tr>
              <a:tr h="418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Vendor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Third-party breaches, vendor failure, concentration risk, geopolitical risk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935765"/>
                  </a:ext>
                </a:extLst>
              </a:tr>
              <a:tr h="418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Compliance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GDPR violations, SOX non-compliance, regulatory penalties, audits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111341"/>
                  </a:ext>
                </a:extLst>
              </a:tr>
              <a:tr h="597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Continuity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Natural disasters, pandemics, supply chain disruptions, key person dependency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80491"/>
                  </a:ext>
                </a:extLst>
              </a:tr>
              <a:tr h="448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Operational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 failures, human error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743699"/>
                  </a:ext>
                </a:extLst>
              </a:tr>
              <a:tr h="448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Reputational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Brand damage due to incidents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204984"/>
                  </a:ext>
                </a:extLst>
              </a:tr>
              <a:tr h="448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Financial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Losses, fraud, cost overruns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14660"/>
                  </a:ext>
                </a:extLst>
              </a:tr>
              <a:tr h="448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Strategic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 business decisions, market changes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344795"/>
                  </a:ext>
                </a:extLst>
              </a:tr>
              <a:tr h="448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Privacy Risk</a:t>
                      </a:r>
                      <a:endParaRPr lang="en-US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Mishandling of personal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2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891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8DF9-36CA-E188-445E-BD836AA8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Risk Domains – Detailed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F4B42-04EA-D4B6-5BFF-BD8234DF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Domain Overlap </a:t>
            </a:r>
          </a:p>
          <a:p>
            <a:pPr marL="0" indent="0">
              <a:buNone/>
            </a:pPr>
            <a:r>
              <a:rPr lang="en-US" sz="8000" dirty="0"/>
              <a:t>A single risk event can impact multiple domains.</a:t>
            </a:r>
            <a:br>
              <a:rPr lang="en-US" sz="8000" dirty="0"/>
            </a:br>
            <a:endParaRPr lang="en-US" sz="8000" dirty="0"/>
          </a:p>
          <a:p>
            <a:pPr marL="0" indent="0">
              <a:buNone/>
            </a:pPr>
            <a:r>
              <a:rPr lang="en-US" sz="8000" b="1" dirty="0"/>
              <a:t>Example:</a:t>
            </a:r>
            <a:endParaRPr lang="en-US" sz="5000" b="1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9200" b="1" dirty="0">
                <a:solidFill>
                  <a:schemeClr val="accent1"/>
                </a:solidFill>
              </a:rPr>
              <a:t>Vendor breach → Cybersecurity + Compliance + Reputational risk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8000" b="1" dirty="0"/>
              <a:t>MARS Context </a:t>
            </a:r>
          </a:p>
          <a:p>
            <a:pPr marL="0" indent="0">
              <a:buNone/>
            </a:pPr>
            <a:r>
              <a:rPr lang="en-US" sz="7200" dirty="0"/>
              <a:t>For MARS, the most critical domains are:</a:t>
            </a:r>
          </a:p>
          <a:p>
            <a:r>
              <a:rPr lang="en-US" sz="7200" dirty="0"/>
              <a:t>Vendor Risk </a:t>
            </a:r>
          </a:p>
          <a:p>
            <a:r>
              <a:rPr lang="en-US" sz="7200" dirty="0"/>
              <a:t>Cybersecurity Risk </a:t>
            </a:r>
          </a:p>
          <a:p>
            <a:r>
              <a:rPr lang="en-US" sz="7200" dirty="0"/>
              <a:t>Compliance Risk </a:t>
            </a:r>
          </a:p>
          <a:p>
            <a:r>
              <a:rPr lang="en-US" sz="7200" dirty="0"/>
              <a:t>Business Continuity Risk </a:t>
            </a:r>
          </a:p>
          <a:p>
            <a:pPr marL="0" indent="0">
              <a:buNone/>
            </a:pPr>
            <a:r>
              <a:rPr lang="en-US" sz="7200" dirty="0"/>
              <a:t> Because:</a:t>
            </a:r>
          </a:p>
          <a:p>
            <a:r>
              <a:rPr lang="en-US" sz="7200" dirty="0"/>
              <a:t>Heavy reliance on vendors </a:t>
            </a:r>
          </a:p>
          <a:p>
            <a:r>
              <a:rPr lang="en-US" sz="7200" dirty="0"/>
              <a:t>Global operations </a:t>
            </a:r>
          </a:p>
          <a:p>
            <a:r>
              <a:rPr lang="en-US" sz="7200" dirty="0"/>
              <a:t>Data handling &amp; regulatory exposure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494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tx2"/>
                </a:solidFill>
              </a:rPr>
              <a:t>Vendor Cyber Risk Management (VCRM)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dirty="0"/>
              <a:t>A subset of TPRM focused specifically on cybersecurity risks from vendors </a:t>
            </a:r>
          </a:p>
          <a:p>
            <a:r>
              <a:rPr lang="en-US" sz="2200" dirty="0"/>
              <a:t>Evaluates vendor security posture, threats, and vulnerabilities </a:t>
            </a:r>
          </a:p>
          <a:p>
            <a:r>
              <a:rPr sz="2200" dirty="0"/>
              <a:t>Uses tools, questionnaires, threat intelligence</a:t>
            </a:r>
            <a:r>
              <a:rPr lang="en-US" sz="2200" dirty="0"/>
              <a:t> to evaluate the risk.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VCRM vs TPRM </a:t>
            </a:r>
          </a:p>
          <a:p>
            <a:r>
              <a:rPr lang="en-US" sz="2200" b="1" dirty="0"/>
              <a:t>TPRM</a:t>
            </a:r>
            <a:r>
              <a:rPr lang="en-US" sz="2200" dirty="0"/>
              <a:t> –It covers all vendor risks (operational, financial, compliance) </a:t>
            </a:r>
          </a:p>
          <a:p>
            <a:r>
              <a:rPr lang="en-US" sz="2200" b="1" dirty="0"/>
              <a:t>VCRM</a:t>
            </a:r>
            <a:r>
              <a:rPr lang="en-US" sz="2200" dirty="0"/>
              <a:t> – It focuses only on cybersecurity and data protection risks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Key Objectives</a:t>
            </a:r>
          </a:p>
          <a:p>
            <a:r>
              <a:rPr lang="en-US" sz="2400" dirty="0"/>
              <a:t>Assess vendor security posture </a:t>
            </a:r>
          </a:p>
          <a:p>
            <a:r>
              <a:rPr lang="en-US" sz="2400" dirty="0"/>
              <a:t>Ensure protection of sensitive data </a:t>
            </a:r>
          </a:p>
          <a:p>
            <a:r>
              <a:rPr lang="en-US" sz="2400" dirty="0"/>
              <a:t>Monitor vendors for cyber threats </a:t>
            </a:r>
          </a:p>
          <a:p>
            <a:r>
              <a:rPr lang="en-US" sz="2400" dirty="0"/>
              <a:t>Validate compliance with security standards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B605-108E-EC66-12C0-B501C185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08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VCRM -Detailed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ABA1-DACC-B9CB-D31B-FE007A19C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5488"/>
            <a:ext cx="8229600" cy="53696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Frameworks Used in VCRM</a:t>
            </a:r>
          </a:p>
          <a:p>
            <a:r>
              <a:rPr lang="en-US" sz="1600" dirty="0"/>
              <a:t>NIST Cybersecurity Framework (CSF) </a:t>
            </a:r>
          </a:p>
          <a:p>
            <a:r>
              <a:rPr lang="en-US" sz="1600" dirty="0"/>
              <a:t>ISO 27001 </a:t>
            </a:r>
          </a:p>
          <a:p>
            <a:r>
              <a:rPr lang="en-US" sz="1600" dirty="0"/>
              <a:t>SOC 2 (Trust Services Criteria) </a:t>
            </a:r>
          </a:p>
          <a:p>
            <a:r>
              <a:rPr lang="en-US" sz="1600" dirty="0"/>
              <a:t>CIS Controls </a:t>
            </a:r>
          </a:p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1600" b="1" dirty="0">
                <a:solidFill>
                  <a:schemeClr val="accent1"/>
                </a:solidFill>
              </a:rPr>
              <a:t>Vendor Risk Scoring</a:t>
            </a:r>
          </a:p>
          <a:p>
            <a:r>
              <a:rPr lang="en-US" sz="1600" dirty="0"/>
              <a:t>Internal: Questionnaire-based assessments (SIG, CAIQ) </a:t>
            </a:r>
          </a:p>
          <a:p>
            <a:r>
              <a:rPr lang="en-US" sz="1600" dirty="0"/>
              <a:t>External: Security ratings (e.g., BitSight, </a:t>
            </a:r>
            <a:r>
              <a:rPr lang="en-US" sz="1600" dirty="0" err="1"/>
              <a:t>SecurityScorecard</a:t>
            </a:r>
            <a:r>
              <a:rPr lang="en-US" sz="1600" dirty="0"/>
              <a:t>) </a:t>
            </a:r>
          </a:p>
          <a:p>
            <a:pPr marL="0" indent="0">
              <a:buNone/>
            </a:pPr>
            <a:r>
              <a:rPr lang="en-US" sz="1600" dirty="0"/>
              <a:t>External ratings provide continuous monitoring beyond periodic assessments.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Threat Intelligence (important)</a:t>
            </a:r>
          </a:p>
          <a:p>
            <a:r>
              <a:rPr lang="en-US" sz="1600" dirty="0"/>
              <a:t>Monitors: </a:t>
            </a:r>
          </a:p>
          <a:p>
            <a:pPr lvl="1"/>
            <a:r>
              <a:rPr lang="en-US" sz="1600" dirty="0"/>
              <a:t>Vendor breaches </a:t>
            </a:r>
          </a:p>
          <a:p>
            <a:pPr lvl="1"/>
            <a:r>
              <a:rPr lang="en-US" sz="1600" dirty="0"/>
              <a:t>Dark web exposure </a:t>
            </a:r>
          </a:p>
          <a:p>
            <a:pPr lvl="1"/>
            <a:r>
              <a:rPr lang="en-US" sz="1600" dirty="0"/>
              <a:t>Vulnerabilities </a:t>
            </a:r>
          </a:p>
          <a:p>
            <a:pPr marL="0" indent="0">
              <a:buNone/>
            </a:pPr>
            <a:r>
              <a:rPr lang="en-US" sz="1600" dirty="0"/>
              <a:t>Enables proactive identification of vendor cyber risks.</a:t>
            </a:r>
          </a:p>
          <a:p>
            <a:pPr marL="0" indent="0">
              <a:buNone/>
            </a:pPr>
            <a:endParaRPr lang="en-US" sz="16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“VCRM at MARS focuses on vendors with access to sensitive data and critical systems, including cloud, SaaS, and managed service providers</a:t>
            </a:r>
            <a:r>
              <a:rPr lang="en-US" sz="1400" b="1" dirty="0">
                <a:solidFill>
                  <a:schemeClr val="accent1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896834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</a:rPr>
              <a:t>VCRM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001"/>
            <a:ext cx="7302500" cy="2158999"/>
          </a:xfrm>
        </p:spPr>
        <p:txBody>
          <a:bodyPr>
            <a:normAutofit fontScale="92500" lnSpcReduction="10000"/>
          </a:bodyPr>
          <a:lstStyle/>
          <a:p>
            <a:r>
              <a:rPr sz="1900" dirty="0"/>
              <a:t>Request/Ticket creation (new vendor)</a:t>
            </a:r>
          </a:p>
          <a:p>
            <a:r>
              <a:rPr sz="1900" dirty="0"/>
              <a:t>Initial risk classification (critical/high/medium/low)</a:t>
            </a:r>
          </a:p>
          <a:p>
            <a:r>
              <a:rPr sz="1900" dirty="0"/>
              <a:t>Send questionnaire &amp; collect documents</a:t>
            </a:r>
          </a:p>
          <a:p>
            <a:r>
              <a:rPr sz="1900" dirty="0"/>
              <a:t>Perform risk analysis</a:t>
            </a:r>
          </a:p>
          <a:p>
            <a:r>
              <a:rPr sz="1900" dirty="0"/>
              <a:t>Identify gaps &amp; remediation tracking</a:t>
            </a:r>
          </a:p>
          <a:p>
            <a:r>
              <a:rPr sz="1900" dirty="0"/>
              <a:t>Final risk scoring &amp; report generation</a:t>
            </a:r>
          </a:p>
          <a:p>
            <a:r>
              <a:rPr sz="1900" dirty="0"/>
              <a:t>Stakeholder approval &amp; closure</a:t>
            </a:r>
            <a:endParaRPr lang="en-US" sz="19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AF34D-BF34-796B-B0D8-472E0795644E}"/>
              </a:ext>
            </a:extLst>
          </p:cNvPr>
          <p:cNvSpPr txBox="1"/>
          <p:nvPr/>
        </p:nvSpPr>
        <p:spPr>
          <a:xfrm>
            <a:off x="152400" y="3593366"/>
            <a:ext cx="9017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Request</a:t>
            </a:r>
            <a:r>
              <a:rPr lang="en-US" sz="1600" b="1" dirty="0">
                <a:solidFill>
                  <a:schemeClr val="accent1"/>
                </a:solidFill>
              </a:rPr>
              <a:t> → </a:t>
            </a:r>
            <a:r>
              <a:rPr lang="en-US" sz="1600" b="1" dirty="0">
                <a:solidFill>
                  <a:schemeClr val="tx2"/>
                </a:solidFill>
              </a:rPr>
              <a:t>Risk Tiering </a:t>
            </a:r>
            <a:r>
              <a:rPr lang="en-US" sz="1600" b="1" dirty="0">
                <a:solidFill>
                  <a:schemeClr val="accent1"/>
                </a:solidFill>
              </a:rPr>
              <a:t>→</a:t>
            </a:r>
            <a:r>
              <a:rPr lang="en-US" sz="1600" b="1" dirty="0">
                <a:solidFill>
                  <a:schemeClr val="tx2"/>
                </a:solidFill>
              </a:rPr>
              <a:t> Questionnaire</a:t>
            </a:r>
            <a:r>
              <a:rPr lang="en-US" sz="1600" b="1" dirty="0">
                <a:solidFill>
                  <a:schemeClr val="accent1"/>
                </a:solidFill>
              </a:rPr>
              <a:t> → </a:t>
            </a:r>
            <a:r>
              <a:rPr lang="en-US" sz="1600" b="1" dirty="0">
                <a:solidFill>
                  <a:schemeClr val="tx2"/>
                </a:solidFill>
              </a:rPr>
              <a:t>Risk Assessment </a:t>
            </a:r>
            <a:r>
              <a:rPr lang="en-US" sz="1600" b="1" dirty="0">
                <a:solidFill>
                  <a:schemeClr val="accent1"/>
                </a:solidFill>
              </a:rPr>
              <a:t>→</a:t>
            </a:r>
            <a:r>
              <a:rPr lang="en-US" sz="1600" b="1" dirty="0">
                <a:solidFill>
                  <a:schemeClr val="tx2"/>
                </a:solidFill>
              </a:rPr>
              <a:t> Remediation </a:t>
            </a:r>
            <a:r>
              <a:rPr lang="en-US" sz="1600" b="1" dirty="0">
                <a:solidFill>
                  <a:schemeClr val="accent1"/>
                </a:solidFill>
              </a:rPr>
              <a:t>→</a:t>
            </a:r>
            <a:r>
              <a:rPr lang="en-US" sz="1600" b="1" dirty="0">
                <a:solidFill>
                  <a:schemeClr val="tx2"/>
                </a:solidFill>
              </a:rPr>
              <a:t> Approval </a:t>
            </a:r>
            <a:r>
              <a:rPr lang="en-US" sz="1600" b="1" dirty="0">
                <a:solidFill>
                  <a:schemeClr val="accent1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Monitoring</a:t>
            </a: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9CC93-AC89-1A85-1A74-71B29CBE626C}"/>
              </a:ext>
            </a:extLst>
          </p:cNvPr>
          <p:cNvSpPr txBox="1"/>
          <p:nvPr/>
        </p:nvSpPr>
        <p:spPr>
          <a:xfrm>
            <a:off x="457200" y="4008864"/>
            <a:ext cx="3581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Decision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After</a:t>
            </a:r>
            <a:r>
              <a:rPr lang="en-US" dirty="0"/>
              <a:t> </a:t>
            </a:r>
            <a:r>
              <a:rPr lang="en-US" b="1" dirty="0"/>
              <a:t>Risk Assessment</a:t>
            </a:r>
            <a:br>
              <a:rPr lang="en-US" dirty="0"/>
            </a:br>
            <a:r>
              <a:rPr lang="en-US" i="1" dirty="0"/>
              <a:t>Is risk acceptable?</a:t>
            </a:r>
            <a:endParaRPr lang="en-US" dirty="0"/>
          </a:p>
          <a:p>
            <a:r>
              <a:rPr lang="en-US" dirty="0"/>
              <a:t>	Yes → Approval </a:t>
            </a:r>
          </a:p>
          <a:p>
            <a:r>
              <a:rPr lang="en-US" dirty="0"/>
              <a:t>	No → Remediation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After</a:t>
            </a:r>
            <a:r>
              <a:rPr lang="en-US" dirty="0"/>
              <a:t> </a:t>
            </a:r>
            <a:r>
              <a:rPr lang="en-US" b="1" dirty="0"/>
              <a:t>Remediation</a:t>
            </a:r>
            <a:br>
              <a:rPr lang="en-US" dirty="0"/>
            </a:br>
            <a:r>
              <a:rPr lang="en-US" i="1" dirty="0"/>
              <a:t>Are gaps resolved?</a:t>
            </a:r>
            <a:endParaRPr lang="en-US" dirty="0"/>
          </a:p>
          <a:p>
            <a:r>
              <a:rPr lang="en-US" dirty="0"/>
              <a:t>	Yes → Approval </a:t>
            </a:r>
          </a:p>
          <a:p>
            <a:r>
              <a:rPr lang="en-US" dirty="0"/>
              <a:t>	No → Escalate / Reject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5E285-C7AC-A0C5-3F93-AE1D3C45ECDC}"/>
              </a:ext>
            </a:extLst>
          </p:cNvPr>
          <p:cNvSpPr txBox="1"/>
          <p:nvPr/>
        </p:nvSpPr>
        <p:spPr>
          <a:xfrm>
            <a:off x="3987800" y="4052247"/>
            <a:ext cx="45339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SLAs/Timelines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Tiering: takes 1-2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Questionaries: Takes 2-4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Assessment: 1-2 weeks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29D7-5FF8-D6DA-D4B3-77AE5BAA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115300" cy="5762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VCRM Workflow – Roles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838C-94B2-AB65-925C-53E6F7AC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50900"/>
            <a:ext cx="8229600" cy="6731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RACI Matrix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DB8796-0891-250D-588F-52B7CCBC6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53940"/>
              </p:ext>
            </p:extLst>
          </p:nvPr>
        </p:nvGraphicFramePr>
        <p:xfrm>
          <a:off x="571500" y="1335327"/>
          <a:ext cx="7886700" cy="259080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104590592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1751795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06141693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22429338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553881550"/>
                    </a:ext>
                  </a:extLst>
                </a:gridCol>
              </a:tblGrid>
              <a:tr h="35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</a:rPr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422141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Stakeholders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43191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Tiering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62951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Assessment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 Analyst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907553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Remediation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Vendor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5669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Stakeholders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056668"/>
                  </a:ext>
                </a:extLst>
              </a:tr>
              <a:tr h="32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510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F75388-3E28-2278-1E74-7BAA940DB0F3}"/>
              </a:ext>
            </a:extLst>
          </p:cNvPr>
          <p:cNvSpPr txBox="1"/>
          <p:nvPr/>
        </p:nvSpPr>
        <p:spPr>
          <a:xfrm>
            <a:off x="571500" y="4202210"/>
            <a:ext cx="838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Escalation &amp; 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vendor response → Follow-ups → Escalation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Critical gaps → Leadership decision (accept/reject)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Urgent onboarding → Expedited review with conditional approval </a:t>
            </a:r>
            <a:br>
              <a:rPr lang="en-US" dirty="0"/>
            </a:br>
            <a:r>
              <a:rPr lang="en-US" b="1" dirty="0"/>
              <a:t> MARS Mapping </a:t>
            </a:r>
          </a:p>
          <a:p>
            <a:pPr>
              <a:buNone/>
            </a:pPr>
            <a:r>
              <a:rPr lang="en-US" dirty="0">
                <a:solidFill>
                  <a:schemeClr val="accent1"/>
                </a:solidFill>
              </a:rPr>
              <a:t>At MARS, this workflow is managed through tools like ServiceNow and RSA Archer, with structured approvals and continuous monitoring integrated into the process.</a:t>
            </a:r>
          </a:p>
        </p:txBody>
      </p:sp>
    </p:spTree>
    <p:extLst>
      <p:ext uri="{BB962C8B-B14F-4D97-AF65-F5344CB8AC3E}">
        <p14:creationId xmlns:p14="http://schemas.microsoft.com/office/powerpoint/2010/main" val="367369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86A8-5D72-3BB2-E621-D2FC0B61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VCRM For 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966B-7D42-248E-E724-63E3647D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 Intake / Request Creation</a:t>
            </a:r>
          </a:p>
          <a:p>
            <a:r>
              <a:rPr lang="en-US" dirty="0"/>
              <a:t>Everything starts with a business request.</a:t>
            </a:r>
          </a:p>
          <a:p>
            <a:pPr marL="0" indent="0">
              <a:buNone/>
            </a:pPr>
            <a:r>
              <a:rPr lang="en-US" b="1" dirty="0"/>
              <a:t>What happens:</a:t>
            </a:r>
          </a:p>
          <a:p>
            <a:r>
              <a:rPr lang="en-US" dirty="0"/>
              <a:t>Business team raises a request for a new vendor </a:t>
            </a:r>
          </a:p>
          <a:p>
            <a:r>
              <a:rPr lang="en-US" dirty="0"/>
              <a:t>Includes: </a:t>
            </a:r>
          </a:p>
          <a:p>
            <a:pPr lvl="1"/>
            <a:r>
              <a:rPr lang="en-US" dirty="0"/>
              <a:t>Vendor name </a:t>
            </a:r>
          </a:p>
          <a:p>
            <a:pPr lvl="1"/>
            <a:r>
              <a:rPr lang="en-US" dirty="0"/>
              <a:t>Service type </a:t>
            </a:r>
          </a:p>
          <a:p>
            <a:pPr lvl="1"/>
            <a:r>
              <a:rPr lang="en-US" dirty="0"/>
              <a:t>Data involved </a:t>
            </a:r>
          </a:p>
          <a:p>
            <a:pPr lvl="1"/>
            <a:r>
              <a:rPr lang="en-US" dirty="0"/>
              <a:t>Criticality </a:t>
            </a:r>
          </a:p>
          <a:p>
            <a:r>
              <a:rPr lang="en-US" b="1" dirty="0"/>
              <a:t>Tool used:</a:t>
            </a:r>
          </a:p>
          <a:p>
            <a:r>
              <a:rPr lang="en-US" dirty="0"/>
              <a:t>ServiceNow </a:t>
            </a:r>
          </a:p>
          <a:p>
            <a:r>
              <a:rPr lang="en-US" dirty="0"/>
              <a:t>Output: </a:t>
            </a:r>
            <a:r>
              <a:rPr lang="en-US" b="1" dirty="0"/>
              <a:t>Vendor Risk Ticket Created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80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5C6F-0351-CD14-0459-11FDE756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727444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solidFill>
                  <a:schemeClr val="tx2"/>
                </a:solidFill>
              </a:rPr>
            </a:br>
            <a:r>
              <a:rPr lang="en-US" sz="3100" b="1" dirty="0">
                <a:solidFill>
                  <a:schemeClr val="tx2"/>
                </a:solidFill>
              </a:rPr>
              <a:t>VCRM for MARS – Step 1: Intake / Request Creation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EE576-6F11-4C7C-F6F0-D2E6F04F9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7342"/>
            <a:ext cx="8229600" cy="54560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Who Initiates the Request?</a:t>
            </a:r>
          </a:p>
          <a:p>
            <a:r>
              <a:rPr lang="en-US" dirty="0"/>
              <a:t>Business Unit / Requesting Team </a:t>
            </a:r>
          </a:p>
          <a:p>
            <a:r>
              <a:rPr lang="en-US" dirty="0"/>
              <a:t>Procurement (for new vendors) </a:t>
            </a:r>
          </a:p>
          <a:p>
            <a:r>
              <a:rPr lang="en-US" dirty="0"/>
              <a:t>IT (for technology/vendor onboarding) </a:t>
            </a:r>
          </a:p>
          <a:p>
            <a:pPr marL="0" indent="0">
              <a:buNone/>
            </a:pPr>
            <a:r>
              <a:rPr lang="en-US" dirty="0"/>
              <a:t>Request is typically initiated by the business owner requiring the vendor.</a:t>
            </a:r>
          </a:p>
          <a:p>
            <a:pPr marL="0" indent="0">
              <a:buNone/>
            </a:pPr>
            <a:r>
              <a:rPr lang="en-US" dirty="0"/>
              <a:t>Typically, organizations use a ServiceNow catalog item such as a Vendor Risk Intake Form to capture vendor details and initiate the VCRM workflow.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Intake Process </a:t>
            </a:r>
          </a:p>
          <a:p>
            <a:pPr marL="0" indent="0">
              <a:buNone/>
            </a:pPr>
            <a:r>
              <a:rPr lang="en-US" dirty="0"/>
              <a:t>Tool: </a:t>
            </a:r>
            <a:r>
              <a:rPr lang="en-US" b="1" dirty="0"/>
              <a:t>ServiceNow</a:t>
            </a:r>
            <a:r>
              <a:rPr lang="en-US" dirty="0"/>
              <a:t> </a:t>
            </a:r>
          </a:p>
          <a:p>
            <a:r>
              <a:rPr lang="en-US" dirty="0"/>
              <a:t>Request raised via: </a:t>
            </a:r>
          </a:p>
          <a:p>
            <a:pPr lvl="1"/>
            <a:r>
              <a:rPr lang="en-US" dirty="0"/>
              <a:t>Vendor Risk Intake Form / Catalog Item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VCRM team reviews and triages new vendor requests within 1–2 business days to initiate the risk assessment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64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3F7-B127-11FB-2E8F-536FE92E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4189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100" b="1" dirty="0">
                <a:solidFill>
                  <a:schemeClr val="tx2"/>
                </a:solidFill>
              </a:rPr>
              <a:t>VCRM for MARS – Step 1: Intake / Request Creation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D005C-9B9E-7DE8-E60C-15842C1E1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12119"/>
            <a:ext cx="8339667" cy="587124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Information Collected</a:t>
            </a:r>
          </a:p>
          <a:p>
            <a:pPr marL="0" indent="0">
              <a:buNone/>
            </a:pPr>
            <a:r>
              <a:rPr lang="en-US" sz="5600" b="1" dirty="0"/>
              <a:t>Mandatory Information:</a:t>
            </a:r>
            <a:endParaRPr lang="en-US" sz="5600" dirty="0"/>
          </a:p>
          <a:p>
            <a:r>
              <a:rPr lang="en-US" sz="5600" dirty="0"/>
              <a:t>Vendor name </a:t>
            </a:r>
          </a:p>
          <a:p>
            <a:r>
              <a:rPr lang="en-US" sz="5600" dirty="0"/>
              <a:t>Service type </a:t>
            </a:r>
          </a:p>
          <a:p>
            <a:r>
              <a:rPr lang="en-US" sz="5600" dirty="0"/>
              <a:t>Data involved (PII, financial, confidential) </a:t>
            </a:r>
          </a:p>
          <a:p>
            <a:r>
              <a:rPr lang="en-US" sz="5600" dirty="0"/>
              <a:t>Business use case </a:t>
            </a:r>
          </a:p>
          <a:p>
            <a:r>
              <a:rPr lang="en-US" sz="5600" dirty="0"/>
              <a:t>System access required </a:t>
            </a:r>
          </a:p>
          <a:p>
            <a:pPr marL="0" indent="0">
              <a:buNone/>
            </a:pPr>
            <a:r>
              <a:rPr lang="en-US" sz="5600" b="1" dirty="0"/>
              <a:t>Optional Information:</a:t>
            </a:r>
            <a:endParaRPr lang="en-US" sz="5600" dirty="0"/>
          </a:p>
          <a:p>
            <a:r>
              <a:rPr lang="en-US" sz="5600" dirty="0"/>
              <a:t>Supporting documents </a:t>
            </a:r>
          </a:p>
          <a:p>
            <a:r>
              <a:rPr lang="en-US" sz="5600" dirty="0"/>
              <a:t>Additional notes 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Automation / Classification</a:t>
            </a:r>
          </a:p>
          <a:p>
            <a:r>
              <a:rPr lang="en-US" sz="5600" dirty="0"/>
              <a:t>Initial classification based on: </a:t>
            </a:r>
          </a:p>
          <a:p>
            <a:pPr lvl="1"/>
            <a:r>
              <a:rPr lang="en-US" sz="5600" dirty="0"/>
              <a:t>Data sensitivity </a:t>
            </a:r>
          </a:p>
          <a:p>
            <a:pPr lvl="1"/>
            <a:r>
              <a:rPr lang="en-US" sz="5600" dirty="0"/>
              <a:t>Service criticality </a:t>
            </a:r>
          </a:p>
          <a:p>
            <a:r>
              <a:rPr lang="en-US" sz="5600" dirty="0"/>
              <a:t>May trigger auto risk tiering suggestion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What Triggers VCRM Assessment?</a:t>
            </a:r>
          </a:p>
          <a:p>
            <a:r>
              <a:rPr lang="en-US" sz="5600" dirty="0"/>
              <a:t>New vendor onboarding </a:t>
            </a:r>
          </a:p>
          <a:p>
            <a:r>
              <a:rPr lang="en-US" sz="5600" dirty="0"/>
              <a:t>Contract renewals </a:t>
            </a:r>
          </a:p>
          <a:p>
            <a:r>
              <a:rPr lang="en-US" sz="5600" dirty="0"/>
              <a:t>Scope changes (new services/data access) </a:t>
            </a:r>
          </a:p>
          <a:p>
            <a:r>
              <a:rPr lang="en-US" sz="5600" dirty="0"/>
              <a:t>Material changes (security incidents, major updates) 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SLA - Service Level Agreement</a:t>
            </a:r>
          </a:p>
          <a:p>
            <a:pPr marL="0" indent="0">
              <a:buNone/>
            </a:pPr>
            <a:r>
              <a:rPr lang="en-US" sz="5600" dirty="0"/>
              <a:t>Intake review / triage: 1–2 business days 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MARS Context</a:t>
            </a:r>
          </a:p>
          <a:p>
            <a:r>
              <a:rPr lang="en-US" sz="5600" dirty="0"/>
              <a:t>MARS operates in a global consumer goods environment with extensive vendor dependencies, making structured intake critical for managing third-party risk exposure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46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176C-8A1B-9071-4F03-92959152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" y="442762"/>
            <a:ext cx="8340291" cy="627553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70C0"/>
                </a:solidFill>
              </a:rPr>
              <a:t>2. Initial Risk Tiering (Criticality Assessment)</a:t>
            </a:r>
          </a:p>
          <a:p>
            <a:pPr marL="0" indent="0">
              <a:buNone/>
            </a:pPr>
            <a:r>
              <a:rPr lang="en-US" sz="4800" b="1" dirty="0"/>
              <a:t>What VCRM team does:</a:t>
            </a:r>
          </a:p>
          <a:p>
            <a:r>
              <a:rPr lang="en-US" sz="4800" dirty="0"/>
              <a:t>Classifies vendor as: </a:t>
            </a:r>
          </a:p>
          <a:p>
            <a:pPr lvl="1"/>
            <a:r>
              <a:rPr lang="en-US" sz="4800" dirty="0"/>
              <a:t>High / Medium / Low risk </a:t>
            </a:r>
          </a:p>
          <a:p>
            <a:pPr marL="0" indent="0">
              <a:buNone/>
            </a:pPr>
            <a:r>
              <a:rPr lang="en-US" sz="4800" b="1" dirty="0"/>
              <a:t>Risk Tier Criteria :</a:t>
            </a:r>
          </a:p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4800" dirty="0">
                <a:solidFill>
                  <a:schemeClr val="accent1"/>
                </a:solidFill>
              </a:rPr>
              <a:t>High Risk</a:t>
            </a:r>
          </a:p>
          <a:p>
            <a:r>
              <a:rPr lang="en-US" sz="4800" dirty="0"/>
              <a:t>Processes or stores sensitive data (PII, financial, confidential) </a:t>
            </a:r>
          </a:p>
          <a:p>
            <a:r>
              <a:rPr lang="en-US" sz="4800" dirty="0"/>
              <a:t>Has privileged / system-level access </a:t>
            </a:r>
          </a:p>
          <a:p>
            <a:r>
              <a:rPr lang="en-US" sz="4800" dirty="0"/>
              <a:t>Critical to business operations (outage = major impact) </a:t>
            </a:r>
          </a:p>
          <a:p>
            <a:pPr marL="0" indent="0">
              <a:buNone/>
            </a:pPr>
            <a:r>
              <a:rPr lang="en-US" sz="4800" b="1" dirty="0"/>
              <a:t>Example:</a:t>
            </a:r>
            <a:br>
              <a:rPr lang="en-US" sz="4800" dirty="0"/>
            </a:br>
            <a:r>
              <a:rPr lang="en-US" sz="4800" dirty="0"/>
              <a:t>Cloud vendor storing customer data or processing payments</a:t>
            </a:r>
          </a:p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4800" dirty="0">
                <a:solidFill>
                  <a:schemeClr val="accent1"/>
                </a:solidFill>
              </a:rPr>
              <a:t>Medium Risk</a:t>
            </a:r>
          </a:p>
          <a:p>
            <a:r>
              <a:rPr lang="en-US" sz="4800" dirty="0"/>
              <a:t>Handles internal or limited sensitive data </a:t>
            </a:r>
          </a:p>
          <a:p>
            <a:r>
              <a:rPr lang="en-US" sz="4800" dirty="0"/>
              <a:t>Has restricted or indirect system access </a:t>
            </a:r>
          </a:p>
          <a:p>
            <a:r>
              <a:rPr lang="en-US" sz="4800" dirty="0"/>
              <a:t>Moderate business impact </a:t>
            </a:r>
          </a:p>
          <a:p>
            <a:pPr marL="0" indent="0">
              <a:buNone/>
            </a:pPr>
            <a:r>
              <a:rPr lang="en-US" sz="4800" b="1" dirty="0"/>
              <a:t>Example:</a:t>
            </a:r>
            <a:br>
              <a:rPr lang="en-US" sz="4800" dirty="0"/>
            </a:br>
            <a:r>
              <a:rPr lang="en-US" sz="4800" dirty="0"/>
              <a:t>SaaS tool used internally (e.g., project management tool)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4800" dirty="0">
                <a:solidFill>
                  <a:schemeClr val="accent1"/>
                </a:solidFill>
              </a:rPr>
              <a:t>Low Risk</a:t>
            </a:r>
          </a:p>
          <a:p>
            <a:r>
              <a:rPr lang="en-US" sz="4800" dirty="0"/>
              <a:t>No sensitive data access </a:t>
            </a:r>
          </a:p>
          <a:p>
            <a:r>
              <a:rPr lang="en-US" sz="4800" dirty="0"/>
              <a:t>No system integration </a:t>
            </a:r>
          </a:p>
          <a:p>
            <a:r>
              <a:rPr lang="en-US" sz="4800" dirty="0"/>
              <a:t>Low business impact</a:t>
            </a:r>
          </a:p>
          <a:p>
            <a:pPr marL="0" indent="0">
              <a:buNone/>
            </a:pPr>
            <a:r>
              <a:rPr lang="en-US" sz="4800" b="1" dirty="0"/>
              <a:t>Example:</a:t>
            </a:r>
            <a:br>
              <a:rPr lang="en-US" sz="4800" dirty="0"/>
            </a:br>
            <a:r>
              <a:rPr lang="en-US" sz="4800" dirty="0"/>
              <a:t>Office supplies vendor or marketing agency with no data access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Some organizations use a </a:t>
            </a:r>
            <a:r>
              <a:rPr lang="en-US" sz="4800" b="1" dirty="0"/>
              <a:t>4-tier model (Critical / High / Medium / Low)</a:t>
            </a:r>
            <a:r>
              <a:rPr lang="en-US" sz="4800" dirty="0"/>
              <a:t> based on risk severity.</a:t>
            </a:r>
          </a:p>
          <a:p>
            <a:pPr marL="0" indent="0">
              <a:buNone/>
            </a:pPr>
            <a:endParaRPr lang="en-US" sz="4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Data Classification for MARS</a:t>
            </a:r>
          </a:p>
          <a:p>
            <a:pPr marL="0" indent="0">
              <a:buNone/>
            </a:pPr>
            <a:r>
              <a:rPr lang="en-US" sz="4800" dirty="0"/>
              <a:t>Data is typically classified as:</a:t>
            </a:r>
          </a:p>
          <a:p>
            <a:r>
              <a:rPr lang="en-US" sz="4800" b="1" dirty="0"/>
              <a:t>Public</a:t>
            </a:r>
            <a:r>
              <a:rPr lang="en-US" sz="4800" dirty="0"/>
              <a:t> – No impact if disclosed </a:t>
            </a:r>
          </a:p>
          <a:p>
            <a:r>
              <a:rPr lang="en-US" sz="4800" b="1" dirty="0"/>
              <a:t>Internal</a:t>
            </a:r>
            <a:r>
              <a:rPr lang="en-US" sz="4800" dirty="0"/>
              <a:t> – Limited business use </a:t>
            </a:r>
          </a:p>
          <a:p>
            <a:r>
              <a:rPr lang="en-US" sz="4800" b="1" dirty="0"/>
              <a:t>Confidential</a:t>
            </a:r>
            <a:r>
              <a:rPr lang="en-US" sz="4800" dirty="0"/>
              <a:t> – Sensitive business data </a:t>
            </a:r>
          </a:p>
          <a:p>
            <a:r>
              <a:rPr lang="en-US" sz="4800" b="1" dirty="0"/>
              <a:t>Restricted</a:t>
            </a:r>
            <a:r>
              <a:rPr lang="en-US" sz="4800" dirty="0"/>
              <a:t> – Highly sensitive (PII, financial data) </a:t>
            </a:r>
          </a:p>
          <a:p>
            <a:pPr marL="0" indent="0">
              <a:buNone/>
            </a:pPr>
            <a:r>
              <a:rPr lang="en-US" sz="4800" dirty="0"/>
              <a:t>Higher data classification leads to higher inherent risk.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994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2B0B-7CB3-7C90-3010-25D0E43A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2385"/>
          </a:xfrm>
        </p:spPr>
        <p:txBody>
          <a:bodyPr>
            <a:normAutofit fontScale="90000"/>
          </a:bodyPr>
          <a:lstStyle/>
          <a:p>
            <a:br>
              <a:rPr lang="en-US" sz="2200" b="1" dirty="0">
                <a:solidFill>
                  <a:srgbClr val="0070C0"/>
                </a:solidFill>
              </a:rPr>
            </a:br>
            <a:r>
              <a:rPr lang="en-US" sz="2200" b="1" dirty="0">
                <a:solidFill>
                  <a:srgbClr val="0070C0"/>
                </a:solidFill>
              </a:rPr>
              <a:t>2. Initial Risk Tiering (Criticality Assessment)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53767-CC0F-DDD0-2600-EE579ECB2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662873"/>
            <a:ext cx="8229600" cy="592048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/>
              <a:t>In</a:t>
            </a:r>
            <a:r>
              <a:rPr lang="en-US" sz="4800" b="1" dirty="0"/>
              <a:t>herent Risk Questionnaire (IRQ)</a:t>
            </a:r>
          </a:p>
          <a:p>
            <a:r>
              <a:rPr lang="en-US" sz="4800" dirty="0"/>
              <a:t>Vendors complete an </a:t>
            </a:r>
            <a:r>
              <a:rPr lang="en-US" sz="4800" b="1" dirty="0"/>
              <a:t>Inherent Risk Questionnaire (IRQ)</a:t>
            </a:r>
            <a:r>
              <a:rPr lang="en-US" sz="4800" dirty="0"/>
              <a:t> to assess:</a:t>
            </a:r>
          </a:p>
          <a:p>
            <a:r>
              <a:rPr lang="en-US" sz="4800" dirty="0"/>
              <a:t>Data sensitivity </a:t>
            </a:r>
          </a:p>
          <a:p>
            <a:r>
              <a:rPr lang="en-US" sz="4800" dirty="0"/>
              <a:t>System access </a:t>
            </a:r>
          </a:p>
          <a:p>
            <a:r>
              <a:rPr lang="en-US" sz="4800" dirty="0"/>
              <a:t>Business criticality</a:t>
            </a:r>
          </a:p>
          <a:p>
            <a:pPr marL="0" indent="0">
              <a:buNone/>
            </a:pPr>
            <a:r>
              <a:rPr lang="en-US" sz="4800" dirty="0"/>
              <a:t>Responses are used to calculate the </a:t>
            </a:r>
            <a:r>
              <a:rPr lang="en-US" sz="4800" b="1" dirty="0"/>
              <a:t>initial risk score and tier</a:t>
            </a:r>
            <a:r>
              <a:rPr lang="en-US" sz="4800" dirty="0"/>
              <a:t>.</a:t>
            </a:r>
          </a:p>
          <a:p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 Tier → Assessment Depth </a:t>
            </a:r>
          </a:p>
          <a:p>
            <a:pPr marL="0" indent="0">
              <a:buNone/>
            </a:pPr>
            <a:r>
              <a:rPr lang="en-US" sz="4800" b="1" dirty="0"/>
              <a:t>	High / Critical</a:t>
            </a:r>
            <a:r>
              <a:rPr lang="en-US" sz="48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Full security assessment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Detailed document review (SOC 2, ISO)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Possible audits / deep validation </a:t>
            </a:r>
          </a:p>
          <a:p>
            <a:pPr marL="0" indent="0">
              <a:buNone/>
            </a:pPr>
            <a:r>
              <a:rPr lang="en-US" sz="4800" b="1" dirty="0"/>
              <a:t>	Medium</a:t>
            </a:r>
            <a:r>
              <a:rPr lang="en-US" sz="48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Standard questionnaire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Limited document review </a:t>
            </a:r>
          </a:p>
          <a:p>
            <a:pPr marL="0" indent="0">
              <a:buNone/>
            </a:pPr>
            <a:r>
              <a:rPr lang="en-US" sz="4800" b="1" dirty="0"/>
              <a:t>	Low</a:t>
            </a:r>
            <a:r>
              <a:rPr lang="en-US" sz="48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Basic/self-assessment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800" dirty="0"/>
              <a:t>Minimal validation </a:t>
            </a:r>
          </a:p>
          <a:p>
            <a:pPr marL="0" indent="0">
              <a:buNone/>
            </a:pPr>
            <a:r>
              <a:rPr lang="en-US" sz="4800" b="1" dirty="0"/>
              <a:t> Approval &amp; Review Process</a:t>
            </a:r>
          </a:p>
          <a:p>
            <a:r>
              <a:rPr lang="en-US" sz="4800" dirty="0"/>
              <a:t>Tier assigned by </a:t>
            </a:r>
            <a:r>
              <a:rPr lang="en-US" sz="4800" b="1" dirty="0"/>
              <a:t>Risk/VCRM Team</a:t>
            </a:r>
            <a:r>
              <a:rPr lang="en-US" sz="4800" dirty="0"/>
              <a:t> </a:t>
            </a:r>
          </a:p>
          <a:p>
            <a:r>
              <a:rPr lang="en-US" sz="4800" dirty="0"/>
              <a:t>Reviewed by </a:t>
            </a:r>
            <a:r>
              <a:rPr lang="en-US" sz="4800" b="1" dirty="0"/>
              <a:t>Risk Lead / Security Team</a:t>
            </a:r>
            <a:r>
              <a:rPr lang="en-US" sz="4800" dirty="0"/>
              <a:t> </a:t>
            </a:r>
          </a:p>
          <a:p>
            <a:pPr marL="0" indent="0">
              <a:buNone/>
            </a:pPr>
            <a:r>
              <a:rPr lang="en-US" sz="4800" dirty="0"/>
              <a:t>Tiering decisions can be </a:t>
            </a:r>
            <a:r>
              <a:rPr lang="en-US" sz="4800" b="1" dirty="0"/>
              <a:t>challenged and re-evaluated</a:t>
            </a:r>
            <a:r>
              <a:rPr lang="en-US" sz="4800" dirty="0"/>
              <a:t> if needed.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Vendor Volume Distribution (keep safe)</a:t>
            </a:r>
          </a:p>
          <a:p>
            <a:r>
              <a:rPr lang="en-US" sz="4800" dirty="0"/>
              <a:t>Typically:</a:t>
            </a:r>
          </a:p>
          <a:p>
            <a:r>
              <a:rPr lang="en-US" sz="4800" dirty="0"/>
              <a:t>Small % → High / Critical </a:t>
            </a:r>
          </a:p>
          <a:p>
            <a:r>
              <a:rPr lang="en-US" sz="4800" dirty="0"/>
              <a:t>Majority → Medium / Low </a:t>
            </a:r>
          </a:p>
          <a:p>
            <a:pPr marL="0" indent="0">
              <a:buNone/>
            </a:pPr>
            <a:r>
              <a:rPr lang="en-US" sz="4800" b="1" dirty="0"/>
              <a:t>Tools:</a:t>
            </a:r>
          </a:p>
          <a:p>
            <a:r>
              <a:rPr lang="en-US" sz="4800" dirty="0" err="1"/>
              <a:t>OneTrust</a:t>
            </a:r>
            <a:r>
              <a:rPr lang="en-US" sz="4800" dirty="0"/>
              <a:t> </a:t>
            </a:r>
          </a:p>
          <a:p>
            <a:r>
              <a:rPr lang="en-US" sz="4800" dirty="0"/>
              <a:t>RSA Archer </a:t>
            </a:r>
          </a:p>
          <a:p>
            <a:r>
              <a:rPr lang="en-US" sz="4800" dirty="0"/>
              <a:t>Output: </a:t>
            </a:r>
            <a:r>
              <a:rPr lang="en-US" sz="4800" b="1" dirty="0"/>
              <a:t>Risk Tier Assigned</a:t>
            </a:r>
            <a:endParaRPr lang="en-US" sz="4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8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AB2B9-2F0F-F0F5-06B8-6BC78CE7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762"/>
            <a:ext cx="8229600" cy="615054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200" b="1" dirty="0">
                <a:solidFill>
                  <a:srgbClr val="0070C0"/>
                </a:solidFill>
              </a:rPr>
              <a:t>3. Questionnaire &amp; Due Diligence</a:t>
            </a:r>
          </a:p>
          <a:p>
            <a:pPr marL="0" indent="0">
              <a:buNone/>
            </a:pPr>
            <a:r>
              <a:rPr lang="en-US" sz="5600" b="1" dirty="0"/>
              <a:t>What happens:</a:t>
            </a:r>
          </a:p>
          <a:p>
            <a:pPr marL="0" indent="0">
              <a:buNone/>
            </a:pPr>
            <a:r>
              <a:rPr lang="en-US" sz="5600" dirty="0"/>
              <a:t>Vendor receives security questionnaire:</a:t>
            </a:r>
          </a:p>
          <a:p>
            <a:r>
              <a:rPr lang="en-US" sz="5600" b="1" dirty="0"/>
              <a:t>SIG (Standard Information Gathering)</a:t>
            </a:r>
            <a:r>
              <a:rPr lang="en-US" sz="5600" dirty="0"/>
              <a:t> </a:t>
            </a:r>
          </a:p>
          <a:p>
            <a:pPr lvl="1"/>
            <a:r>
              <a:rPr lang="en-US" sz="5600" b="1" dirty="0"/>
              <a:t>SIG Lite</a:t>
            </a:r>
            <a:r>
              <a:rPr lang="en-US" sz="5600" dirty="0"/>
              <a:t> → For Medium-risk vendors (shorter, focused) </a:t>
            </a:r>
          </a:p>
          <a:p>
            <a:pPr lvl="1"/>
            <a:r>
              <a:rPr lang="en-US" sz="5600" b="1" dirty="0"/>
              <a:t>SIG Full</a:t>
            </a:r>
            <a:r>
              <a:rPr lang="en-US" sz="5600" dirty="0"/>
              <a:t> → For High-risk vendors (detailed control assessment) </a:t>
            </a:r>
          </a:p>
          <a:p>
            <a:r>
              <a:rPr lang="en-US" sz="5600" b="1" dirty="0"/>
              <a:t>CAIQ (Cloud Security Alliance)</a:t>
            </a:r>
            <a:r>
              <a:rPr lang="en-US" sz="5600" dirty="0"/>
              <a:t> </a:t>
            </a:r>
          </a:p>
          <a:p>
            <a:pPr lvl="1"/>
            <a:r>
              <a:rPr lang="en-US" sz="5600" dirty="0"/>
              <a:t>Used for </a:t>
            </a:r>
            <a:r>
              <a:rPr lang="en-US" sz="5600" b="1" dirty="0"/>
              <a:t>cloud/SaaS vendors</a:t>
            </a:r>
            <a:r>
              <a:rPr lang="en-US" sz="5600" dirty="0"/>
              <a:t> </a:t>
            </a:r>
          </a:p>
          <a:p>
            <a:pPr lvl="1"/>
            <a:r>
              <a:rPr lang="en-US" sz="5600" dirty="0"/>
              <a:t>Focuses on cloud-specific security controls </a:t>
            </a:r>
          </a:p>
          <a:p>
            <a:pPr marL="0" indent="0">
              <a:buNone/>
            </a:pPr>
            <a:r>
              <a:rPr lang="en-US" sz="5600" dirty="0"/>
              <a:t>Vendors are expected to complete questionnaires within 2–4 weeks.</a:t>
            </a:r>
          </a:p>
          <a:p>
            <a:pPr marL="0" indent="0">
              <a:buNone/>
            </a:pPr>
            <a:r>
              <a:rPr lang="en-US" sz="5600" b="1" dirty="0"/>
              <a:t>Non-Response / Incomplete Responses</a:t>
            </a:r>
          </a:p>
          <a:p>
            <a:r>
              <a:rPr lang="en-US" sz="5600" dirty="0"/>
              <a:t>Reminder 1 → Reminder 2 → Escalation </a:t>
            </a:r>
          </a:p>
          <a:p>
            <a:r>
              <a:rPr lang="en-US" sz="5600" dirty="0"/>
              <a:t>Escalated to </a:t>
            </a:r>
            <a:r>
              <a:rPr lang="en-US" sz="5600" b="1" dirty="0"/>
              <a:t>Business Owner / Risk Team</a:t>
            </a:r>
            <a:r>
              <a:rPr lang="en-US" sz="5600" dirty="0"/>
              <a:t> </a:t>
            </a:r>
          </a:p>
          <a:p>
            <a:r>
              <a:rPr lang="en-US" sz="5600" dirty="0"/>
              <a:t>May result in: </a:t>
            </a:r>
          </a:p>
          <a:p>
            <a:pPr lvl="1"/>
            <a:r>
              <a:rPr lang="en-US" sz="5600" dirty="0"/>
              <a:t>Delayed onboarding </a:t>
            </a:r>
          </a:p>
          <a:p>
            <a:pPr lvl="1"/>
            <a:r>
              <a:rPr lang="en-US" sz="5600" dirty="0"/>
              <a:t>Risk acceptance decision </a:t>
            </a:r>
          </a:p>
          <a:p>
            <a:pPr lvl="1"/>
            <a:r>
              <a:rPr lang="en-US" sz="5600" dirty="0"/>
              <a:t>Vendor rejection </a:t>
            </a:r>
          </a:p>
          <a:p>
            <a:pPr marL="0" indent="0">
              <a:buNone/>
            </a:pPr>
            <a:r>
              <a:rPr lang="en-US" sz="5600" b="1" dirty="0"/>
              <a:t>Vendor submits:</a:t>
            </a:r>
          </a:p>
          <a:p>
            <a:r>
              <a:rPr lang="en-US" sz="5600" b="1" dirty="0"/>
              <a:t>Due Diligence Documents </a:t>
            </a:r>
          </a:p>
          <a:p>
            <a:r>
              <a:rPr lang="en-US" sz="5600" dirty="0"/>
              <a:t>SOC 2 reports (</a:t>
            </a:r>
            <a:r>
              <a:rPr lang="en-US" sz="5600" b="1" dirty="0"/>
              <a:t>Type I &amp; Type II</a:t>
            </a:r>
            <a:r>
              <a:rPr lang="en-US" sz="5600" dirty="0"/>
              <a:t>) </a:t>
            </a:r>
          </a:p>
          <a:p>
            <a:r>
              <a:rPr lang="en-US" sz="5600" dirty="0"/>
              <a:t>ISO 27001 certification </a:t>
            </a:r>
          </a:p>
          <a:p>
            <a:r>
              <a:rPr lang="en-US" sz="5600" dirty="0"/>
              <a:t>Security policies </a:t>
            </a:r>
          </a:p>
          <a:p>
            <a:r>
              <a:rPr lang="en-US" sz="5600" dirty="0"/>
              <a:t>Architecture diagrams </a:t>
            </a:r>
          </a:p>
          <a:p>
            <a:r>
              <a:rPr lang="en-US" sz="5600" dirty="0"/>
              <a:t>Penetration test reports </a:t>
            </a:r>
          </a:p>
          <a:p>
            <a:r>
              <a:rPr lang="en-US" sz="5600" dirty="0"/>
              <a:t>BCP / DR plans </a:t>
            </a:r>
          </a:p>
          <a:p>
            <a:r>
              <a:rPr lang="en-US" sz="5600" dirty="0"/>
              <a:t>Cyber insurance certificates </a:t>
            </a:r>
          </a:p>
          <a:p>
            <a:r>
              <a:rPr lang="en-US" sz="5600" dirty="0"/>
              <a:t>Privacy impact assessments</a:t>
            </a:r>
          </a:p>
          <a:p>
            <a:pPr marL="0" indent="0">
              <a:buNone/>
            </a:pPr>
            <a:r>
              <a:rPr lang="en-US" sz="5600" dirty="0"/>
              <a:t>Additional documents are requested based on vendor risk tier.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382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6D7B-2BE1-08ED-B294-D05DE565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3. Questionnaire &amp; Due Diligence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EE4-D0FB-DE39-47AE-5AD96C0C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3908"/>
            <a:ext cx="8229600" cy="49422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SOC 2 Type I</a:t>
            </a:r>
          </a:p>
          <a:p>
            <a:r>
              <a:rPr lang="en-US" dirty="0"/>
              <a:t>Evaluates </a:t>
            </a:r>
            <a:r>
              <a:rPr lang="en-US" b="1" dirty="0"/>
              <a:t>design of controls</a:t>
            </a:r>
            <a:r>
              <a:rPr lang="en-US" dirty="0"/>
              <a:t> at a </a:t>
            </a:r>
            <a:r>
              <a:rPr lang="en-US" b="1" dirty="0"/>
              <a:t>specific point in time</a:t>
            </a:r>
            <a:r>
              <a:rPr lang="en-US" dirty="0"/>
              <a:t> </a:t>
            </a:r>
          </a:p>
          <a:p>
            <a:r>
              <a:rPr lang="en-US" dirty="0"/>
              <a:t>Answers: </a:t>
            </a:r>
            <a:r>
              <a:rPr lang="en-US" i="1" dirty="0"/>
              <a:t>“Are the right controls in place?”</a:t>
            </a:r>
            <a:r>
              <a:rPr lang="en-US" dirty="0"/>
              <a:t> </a:t>
            </a:r>
          </a:p>
          <a:p>
            <a:r>
              <a:rPr lang="en-US" dirty="0"/>
              <a:t>Does </a:t>
            </a:r>
            <a:r>
              <a:rPr lang="en-US" b="1" dirty="0"/>
              <a:t>NOT confirm if controls are consistently followed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Example:</a:t>
            </a:r>
            <a:br>
              <a:rPr lang="en-US" dirty="0"/>
            </a:br>
            <a:r>
              <a:rPr lang="en-US" dirty="0"/>
              <a:t>A vendor shows they </a:t>
            </a:r>
            <a:r>
              <a:rPr lang="en-US" i="1" dirty="0"/>
              <a:t>have</a:t>
            </a:r>
            <a:r>
              <a:rPr lang="en-US" dirty="0"/>
              <a:t> an access control policy—but no evidence it’s followed over time.</a:t>
            </a:r>
          </a:p>
          <a:p>
            <a:pPr marL="0" indent="0">
              <a:buNone/>
            </a:pPr>
            <a:r>
              <a:rPr lang="en-US" b="1" dirty="0"/>
              <a:t>SOC 2 Type II</a:t>
            </a:r>
          </a:p>
          <a:p>
            <a:r>
              <a:rPr lang="en-US" dirty="0"/>
              <a:t>Evaluates design AND operating effectiveness of controls </a:t>
            </a:r>
          </a:p>
          <a:p>
            <a:r>
              <a:rPr lang="en-US" dirty="0"/>
              <a:t>Covers a period of time(typically 6–12 months) </a:t>
            </a:r>
          </a:p>
          <a:p>
            <a:r>
              <a:rPr lang="en-US" dirty="0"/>
              <a:t>Answers: “Are controls working consistently over time?” 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vendor demonstrates that access controls were </a:t>
            </a:r>
            <a:r>
              <a:rPr lang="en-US" b="1" dirty="0"/>
              <a:t>consistently enforced and monitored</a:t>
            </a:r>
            <a:r>
              <a:rPr lang="en-US" dirty="0"/>
              <a:t> over several months.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“MARS uses SOC2 Type II reports for high-risk vendors, as they provide evidence of control effectiveness over time, not just design.”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36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DF7D-70EA-C7FA-F9CF-8F5643F6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602456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</a:rPr>
              <a:t>3. Questionnaire &amp; Due Diligence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0FA6D-07A1-E60B-8FE8-041EF1686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861218"/>
            <a:ext cx="8318500" cy="5264945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/>
              <a:t>Mirato</a:t>
            </a:r>
            <a:r>
              <a:rPr lang="en-US" b="1" dirty="0"/>
              <a:t> AI – How it Helps </a:t>
            </a:r>
          </a:p>
          <a:p>
            <a:pPr marL="0" indent="0">
              <a:buNone/>
            </a:pPr>
            <a:r>
              <a:rPr lang="en-US" dirty="0" err="1"/>
              <a:t>Mirato</a:t>
            </a:r>
            <a:r>
              <a:rPr lang="en-US" dirty="0"/>
              <a:t> uses AI to:</a:t>
            </a:r>
          </a:p>
          <a:p>
            <a:r>
              <a:rPr lang="en-US" dirty="0"/>
              <a:t>Automate questionnaire review </a:t>
            </a:r>
          </a:p>
          <a:p>
            <a:r>
              <a:rPr lang="en-US" dirty="0"/>
              <a:t>Map responses to security controls/frameworks </a:t>
            </a:r>
          </a:p>
          <a:p>
            <a:r>
              <a:rPr lang="en-US" dirty="0"/>
              <a:t>Identify gaps, inconsistencies, and missing answers </a:t>
            </a:r>
          </a:p>
          <a:p>
            <a:pPr marL="0" indent="0">
              <a:buNone/>
            </a:pPr>
            <a:r>
              <a:rPr lang="en-US" dirty="0"/>
              <a:t>This reduces manual effort and speeds up the assessment process.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Efficiency Gains (this is what reviewer wants)</a:t>
            </a:r>
          </a:p>
          <a:p>
            <a:r>
              <a:rPr lang="en-US" dirty="0"/>
              <a:t>Faster review of large questionnaires </a:t>
            </a:r>
          </a:p>
          <a:p>
            <a:r>
              <a:rPr lang="en-US" dirty="0"/>
              <a:t>Reduced manual analysis effort </a:t>
            </a:r>
          </a:p>
          <a:p>
            <a:r>
              <a:rPr lang="en-US" dirty="0"/>
              <a:t>Improved consistency in risk evaluation </a:t>
            </a:r>
          </a:p>
          <a:p>
            <a:r>
              <a:rPr lang="en-US" dirty="0"/>
              <a:t>Quicker identification of high-risk vendors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Validation of Vendor Responses </a:t>
            </a:r>
          </a:p>
          <a:p>
            <a:pPr marL="0" indent="0">
              <a:buNone/>
            </a:pPr>
            <a:r>
              <a:rPr lang="en-US" dirty="0"/>
              <a:t>Vendor responses are </a:t>
            </a:r>
            <a:r>
              <a:rPr lang="en-US" b="1" dirty="0"/>
              <a:t>not accepted at face value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Validation Methods</a:t>
            </a:r>
          </a:p>
          <a:p>
            <a:r>
              <a:rPr lang="en-US" dirty="0"/>
              <a:t>Cross-check with: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SOC 2 / ISO reports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Supporting documents </a:t>
            </a:r>
          </a:p>
          <a:p>
            <a:r>
              <a:rPr lang="en-US" dirty="0"/>
              <a:t>Verify evidence against responses </a:t>
            </a:r>
          </a:p>
          <a:p>
            <a:r>
              <a:rPr lang="en-US" dirty="0"/>
              <a:t>Identify inconsistencies or gaps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Any discrepancies between responses and evidence are flagged and require clarification or remediation.</a:t>
            </a:r>
          </a:p>
          <a:p>
            <a:pPr marL="0" indent="0">
              <a:buNone/>
            </a:pPr>
            <a:r>
              <a:rPr lang="en-US" b="1" dirty="0"/>
              <a:t>Tools:</a:t>
            </a:r>
          </a:p>
          <a:p>
            <a:r>
              <a:rPr lang="en-US" dirty="0" err="1"/>
              <a:t>OneTrust</a:t>
            </a:r>
            <a:r>
              <a:rPr lang="en-US" dirty="0"/>
              <a:t> </a:t>
            </a:r>
          </a:p>
          <a:p>
            <a:r>
              <a:rPr lang="en-US" dirty="0" err="1"/>
              <a:t>Mirato</a:t>
            </a:r>
            <a:r>
              <a:rPr lang="en-US" dirty="0"/>
              <a:t> </a:t>
            </a:r>
          </a:p>
          <a:p>
            <a:r>
              <a:rPr lang="en-US" dirty="0"/>
              <a:t>Output: </a:t>
            </a:r>
            <a:r>
              <a:rPr lang="en-US" b="1" dirty="0"/>
              <a:t>Collected Security Evidence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22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9E02A-FB8A-FEB6-14D5-735D99BE4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8203"/>
            <a:ext cx="8229600" cy="5787961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70C0"/>
                </a:solidFill>
              </a:rPr>
              <a:t>4. Risk Assessment (Core VCRM Step)</a:t>
            </a:r>
          </a:p>
          <a:p>
            <a:pPr marL="0" indent="0">
              <a:buNone/>
            </a:pPr>
            <a:r>
              <a:rPr lang="en-US" sz="4900" b="1" dirty="0"/>
              <a:t>Analyst reviews:</a:t>
            </a:r>
          </a:p>
          <a:p>
            <a:r>
              <a:rPr lang="en-US" sz="4900" dirty="0"/>
              <a:t>Questionnaire responses </a:t>
            </a:r>
          </a:p>
          <a:p>
            <a:r>
              <a:rPr lang="en-US" sz="4900" dirty="0"/>
              <a:t>Documents (SOC2, ISO) </a:t>
            </a:r>
          </a:p>
          <a:p>
            <a:r>
              <a:rPr lang="en-US" sz="4900" dirty="0"/>
              <a:t>Gaps / missing controls </a:t>
            </a:r>
          </a:p>
          <a:p>
            <a:pPr marL="0" indent="0">
              <a:buNone/>
            </a:pPr>
            <a:r>
              <a:rPr lang="en-US" sz="4900" b="1" dirty="0"/>
              <a:t>What is evaluated:</a:t>
            </a:r>
          </a:p>
          <a:p>
            <a:r>
              <a:rPr lang="en-US" sz="4900" dirty="0"/>
              <a:t>Access control </a:t>
            </a:r>
          </a:p>
          <a:p>
            <a:r>
              <a:rPr lang="en-US" sz="4900" dirty="0"/>
              <a:t>Encryption </a:t>
            </a:r>
          </a:p>
          <a:p>
            <a:r>
              <a:rPr lang="en-US" sz="4900" dirty="0"/>
              <a:t>Incident response </a:t>
            </a:r>
          </a:p>
          <a:p>
            <a:r>
              <a:rPr lang="en-US" sz="4900" dirty="0"/>
              <a:t>Vendor dependencies </a:t>
            </a:r>
          </a:p>
          <a:p>
            <a:pPr marL="0" indent="0">
              <a:buNone/>
            </a:pPr>
            <a:r>
              <a:rPr lang="en-US" sz="4900" b="1" dirty="0"/>
              <a:t>Tools:</a:t>
            </a:r>
          </a:p>
          <a:p>
            <a:r>
              <a:rPr lang="en-US" sz="4900" dirty="0"/>
              <a:t>RSA Archer </a:t>
            </a:r>
          </a:p>
          <a:p>
            <a:r>
              <a:rPr lang="en-US" sz="4900" dirty="0" err="1"/>
              <a:t>OneTrust</a:t>
            </a:r>
            <a:r>
              <a:rPr lang="en-US" sz="4900" dirty="0"/>
              <a:t> </a:t>
            </a:r>
          </a:p>
          <a:p>
            <a:pPr marL="0" indent="0">
              <a:buNone/>
            </a:pPr>
            <a:r>
              <a:rPr lang="en-US" sz="4900" b="1" dirty="0"/>
              <a:t>Output:</a:t>
            </a:r>
          </a:p>
          <a:p>
            <a:r>
              <a:rPr lang="en-US" sz="4900" dirty="0"/>
              <a:t>Inherent Risk Score </a:t>
            </a:r>
          </a:p>
          <a:p>
            <a:r>
              <a:rPr lang="en-US" sz="4900" dirty="0"/>
              <a:t>Control Effectiveness </a:t>
            </a:r>
          </a:p>
          <a:p>
            <a:r>
              <a:rPr lang="en-US" sz="4900" dirty="0"/>
              <a:t>Residual Risk Score</a:t>
            </a:r>
          </a:p>
          <a:p>
            <a:endParaRPr lang="en-US" sz="49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MARS uses a structured, framework-aligned approach, typically based on:</a:t>
            </a:r>
          </a:p>
          <a:p>
            <a:r>
              <a:rPr lang="en-US" sz="4900" dirty="0"/>
              <a:t>Industry standards like NIST </a:t>
            </a:r>
          </a:p>
          <a:p>
            <a:r>
              <a:rPr lang="en-US" sz="4900" dirty="0"/>
              <a:t>Internal risk scoring models </a:t>
            </a:r>
          </a:p>
          <a:p>
            <a:r>
              <a:rPr lang="en-US" sz="4900" dirty="0"/>
              <a:t>Control-based assessment frameworks</a:t>
            </a:r>
          </a:p>
          <a:p>
            <a:pPr marL="0" indent="0">
              <a:buNone/>
            </a:pPr>
            <a:r>
              <a:rPr lang="en-US" sz="4900" dirty="0"/>
              <a:t>The methodology combines qualitative scoring with control effectiveness evaluation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85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1E3D-EEE9-9138-83B6-0577DD60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9217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chemeClr val="accent1"/>
                </a:solidFill>
              </a:rPr>
              <a:t>4. Risk Assessment (Core VCRM Step)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A1D0-C4BB-181A-EF6B-27ED78FC7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3855"/>
            <a:ext cx="8229600" cy="582254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/>
              <a:t>Risk Scoring Methodology</a:t>
            </a:r>
          </a:p>
          <a:p>
            <a:pPr marL="0" indent="0">
              <a:buNone/>
            </a:pPr>
            <a:r>
              <a:rPr lang="en-US" sz="5600" dirty="0"/>
              <a:t>Risk is evaluated using a qualitative scoring model:</a:t>
            </a:r>
          </a:p>
          <a:p>
            <a:r>
              <a:rPr lang="en-US" sz="5600" b="1" dirty="0"/>
              <a:t>Low / Medium / High / Critical</a:t>
            </a:r>
          </a:p>
          <a:p>
            <a:pPr marL="0" indent="0">
              <a:buNone/>
            </a:pPr>
            <a:r>
              <a:rPr lang="en-US" sz="5600" dirty="0"/>
              <a:t>Based on Likelihood × Impact and control gaps.</a:t>
            </a:r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Control Effectiveness (how it’s measured)</a:t>
            </a:r>
          </a:p>
          <a:p>
            <a:r>
              <a:rPr lang="en-US" sz="5600" b="1" dirty="0"/>
              <a:t>Effective</a:t>
            </a:r>
            <a:r>
              <a:rPr lang="en-US" sz="5600" dirty="0"/>
              <a:t> → Controls fully implemented and working </a:t>
            </a:r>
          </a:p>
          <a:p>
            <a:r>
              <a:rPr lang="en-US" sz="5600" b="1" dirty="0"/>
              <a:t>Partially Effective</a:t>
            </a:r>
            <a:r>
              <a:rPr lang="en-US" sz="5600" dirty="0"/>
              <a:t> → Gaps exist </a:t>
            </a:r>
          </a:p>
          <a:p>
            <a:r>
              <a:rPr lang="en-US" sz="5600" b="1" dirty="0"/>
              <a:t>Ineffective</a:t>
            </a:r>
            <a:r>
              <a:rPr lang="en-US" sz="5600" dirty="0"/>
              <a:t> → Controls missing or weak </a:t>
            </a:r>
          </a:p>
          <a:p>
            <a:pPr marL="0" indent="0">
              <a:buNone/>
            </a:pPr>
            <a:r>
              <a:rPr lang="en-US" sz="5600" dirty="0"/>
              <a:t>Determines how much inherent risk is reduced.</a:t>
            </a:r>
          </a:p>
          <a:p>
            <a:pPr marL="0" indent="0">
              <a:buNone/>
            </a:pP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 Risk Calculation Flow</a:t>
            </a:r>
          </a:p>
          <a:p>
            <a:r>
              <a:rPr lang="en-US" sz="5600" dirty="0"/>
              <a:t>Inherent Risk → Based on vendor profile </a:t>
            </a:r>
          </a:p>
          <a:p>
            <a:r>
              <a:rPr lang="en-US" sz="5600" dirty="0"/>
              <a:t>Control Effectiveness → Based on assessment </a:t>
            </a:r>
          </a:p>
          <a:p>
            <a:r>
              <a:rPr lang="en-US" sz="5600" dirty="0"/>
              <a:t>Residual Risk → Final risk after controls </a:t>
            </a: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 Expanded Evaluation Domains</a:t>
            </a:r>
          </a:p>
          <a:p>
            <a:r>
              <a:rPr lang="en-US" sz="5600" dirty="0"/>
              <a:t>Access Control </a:t>
            </a:r>
          </a:p>
          <a:p>
            <a:r>
              <a:rPr lang="en-US" sz="5600" dirty="0"/>
              <a:t>Encryption &amp; Data Protection </a:t>
            </a:r>
          </a:p>
          <a:p>
            <a:r>
              <a:rPr lang="en-US" sz="5600" dirty="0"/>
              <a:t>Incident Response </a:t>
            </a:r>
          </a:p>
          <a:p>
            <a:r>
              <a:rPr lang="en-US" sz="5600" dirty="0"/>
              <a:t>Vendor Dependencies </a:t>
            </a:r>
          </a:p>
          <a:p>
            <a:r>
              <a:rPr lang="en-US" sz="5600" dirty="0"/>
              <a:t>Data Privacy </a:t>
            </a:r>
          </a:p>
          <a:p>
            <a:r>
              <a:rPr lang="en-US" sz="5600" dirty="0"/>
              <a:t>Business Continuity (BCP/DR) </a:t>
            </a:r>
          </a:p>
          <a:p>
            <a:r>
              <a:rPr lang="en-US" sz="5600" dirty="0"/>
              <a:t>Change Management </a:t>
            </a:r>
          </a:p>
          <a:p>
            <a:r>
              <a:rPr lang="en-US" sz="5600" dirty="0"/>
              <a:t>Physical Security </a:t>
            </a:r>
          </a:p>
          <a:p>
            <a:r>
              <a:rPr lang="en-US" sz="5600" dirty="0"/>
              <a:t>HR / Personnel Security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7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1834-759C-7B42-D74C-13CD4AE7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6782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4. Risk Assessment (Core VCRM Step)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47DDB-E996-A54C-9C67-D4F18753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914801"/>
            <a:ext cx="8483600" cy="55367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400" b="1" dirty="0"/>
              <a:t>Assessment Methodology (safe wording)</a:t>
            </a:r>
          </a:p>
          <a:p>
            <a:r>
              <a:rPr lang="en-US" sz="3400" dirty="0"/>
              <a:t>Risk assessment follows a </a:t>
            </a:r>
            <a:r>
              <a:rPr lang="en-US" sz="3400" b="1" dirty="0"/>
              <a:t>structured, framework-aligned approach</a:t>
            </a:r>
            <a:r>
              <a:rPr lang="en-US" sz="3400" dirty="0"/>
              <a:t> (e.g., NIST/industry best practices) supported by internal scoring models.</a:t>
            </a:r>
            <a:br>
              <a:rPr lang="en-US" sz="3400" dirty="0"/>
            </a:b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Documentation (important)</a:t>
            </a:r>
          </a:p>
          <a:p>
            <a:r>
              <a:rPr lang="en-US" sz="3400" dirty="0"/>
              <a:t>Findings are documented in a </a:t>
            </a:r>
            <a:r>
              <a:rPr lang="en-US" sz="3400" b="1" dirty="0"/>
              <a:t>Risk Assessment Report</a:t>
            </a:r>
            <a:r>
              <a:rPr lang="en-US" sz="3400" dirty="0"/>
              <a:t>, including:</a:t>
            </a:r>
          </a:p>
          <a:p>
            <a:r>
              <a:rPr lang="en-US" sz="3400" dirty="0"/>
              <a:t>Identified gaps </a:t>
            </a:r>
          </a:p>
          <a:p>
            <a:r>
              <a:rPr lang="en-US" sz="3400" dirty="0"/>
              <a:t>Risk ratings </a:t>
            </a:r>
          </a:p>
          <a:p>
            <a:r>
              <a:rPr lang="en-US" sz="3400" dirty="0"/>
              <a:t>Recommended remediation actions </a:t>
            </a:r>
            <a:br>
              <a:rPr lang="en-US" sz="3400" dirty="0"/>
            </a:b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 Tool Workflow (RSA Archer &amp; </a:t>
            </a:r>
            <a:r>
              <a:rPr lang="en-US" sz="3400" b="1" dirty="0" err="1"/>
              <a:t>OneTrust</a:t>
            </a:r>
            <a:r>
              <a:rPr lang="en-US" sz="3400" b="1" dirty="0"/>
              <a:t>)</a:t>
            </a:r>
          </a:p>
          <a:p>
            <a:r>
              <a:rPr lang="en-US" sz="3400" b="1" dirty="0" err="1"/>
              <a:t>OneTrust</a:t>
            </a:r>
            <a:r>
              <a:rPr lang="en-US" sz="3400" dirty="0"/>
              <a:t> </a:t>
            </a:r>
          </a:p>
          <a:p>
            <a:pPr lvl="1"/>
            <a:r>
              <a:rPr lang="en-US" sz="3400" dirty="0"/>
              <a:t>Questionnaire management </a:t>
            </a:r>
          </a:p>
          <a:p>
            <a:pPr lvl="1"/>
            <a:r>
              <a:rPr lang="en-US" sz="3400" dirty="0"/>
              <a:t>Evidence collection </a:t>
            </a:r>
          </a:p>
          <a:p>
            <a:r>
              <a:rPr lang="en-US" sz="3400" b="1" dirty="0"/>
              <a:t>RSA Archer</a:t>
            </a:r>
            <a:r>
              <a:rPr lang="en-US" sz="3400" dirty="0"/>
              <a:t> </a:t>
            </a:r>
          </a:p>
          <a:p>
            <a:pPr lvl="1"/>
            <a:r>
              <a:rPr lang="en-US" sz="3400" dirty="0"/>
              <a:t>Risk scoring </a:t>
            </a:r>
          </a:p>
          <a:p>
            <a:pPr lvl="1"/>
            <a:r>
              <a:rPr lang="en-US" sz="3400" dirty="0"/>
              <a:t>Risk register &amp; reporting </a:t>
            </a:r>
          </a:p>
          <a:p>
            <a:pPr lvl="1"/>
            <a:r>
              <a:rPr lang="en-US" sz="3400" dirty="0"/>
              <a:t>Workflow tracking </a:t>
            </a:r>
          </a:p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b="1" dirty="0"/>
              <a:t>Assessment Timeline (add this)</a:t>
            </a:r>
          </a:p>
          <a:p>
            <a:r>
              <a:rPr lang="en-US" sz="3400" b="1" dirty="0"/>
              <a:t>High-risk vendors:</a:t>
            </a:r>
            <a:r>
              <a:rPr lang="en-US" sz="3400" dirty="0"/>
              <a:t>  2–4 weeks </a:t>
            </a:r>
          </a:p>
          <a:p>
            <a:r>
              <a:rPr lang="en-US" sz="3400" b="1" dirty="0"/>
              <a:t>Medium-risk:</a:t>
            </a:r>
            <a:r>
              <a:rPr lang="en-US" sz="3400" dirty="0"/>
              <a:t> 1–2 weeks </a:t>
            </a:r>
          </a:p>
          <a:p>
            <a:r>
              <a:rPr lang="en-US" sz="3400" b="1" dirty="0"/>
              <a:t>Low-risk:</a:t>
            </a:r>
            <a:r>
              <a:rPr lang="en-US" sz="3400" dirty="0"/>
              <a:t> Few days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588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5400-9CDD-9796-4F08-53833EB00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452388"/>
            <a:ext cx="8321040" cy="567377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5. Issue Identification &amp; Remediation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Identify gaps </a:t>
            </a:r>
            <a:r>
              <a:rPr lang="en-US" sz="2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issues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→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remediation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to closure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If gaps found:</a:t>
            </a:r>
          </a:p>
          <a:p>
            <a:r>
              <a:rPr lang="en-US" sz="2400" dirty="0"/>
              <a:t>Weak MFA </a:t>
            </a:r>
          </a:p>
          <a:p>
            <a:r>
              <a:rPr lang="en-US" sz="2400" dirty="0"/>
              <a:t>No logging </a:t>
            </a:r>
          </a:p>
          <a:p>
            <a:r>
              <a:rPr lang="en-US" sz="2400" dirty="0"/>
              <a:t>No incident response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Actions:</a:t>
            </a:r>
          </a:p>
          <a:p>
            <a:r>
              <a:rPr lang="en-US" sz="2400" dirty="0"/>
              <a:t>Raise issues </a:t>
            </a:r>
          </a:p>
          <a:p>
            <a:r>
              <a:rPr lang="en-US" sz="2400" dirty="0"/>
              <a:t>Assign remediation tasks to vendor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Tool:</a:t>
            </a:r>
          </a:p>
          <a:p>
            <a:r>
              <a:rPr lang="en-US" sz="2400" dirty="0"/>
              <a:t>ServiceNow </a:t>
            </a:r>
          </a:p>
          <a:p>
            <a:pPr marL="0" indent="0">
              <a:buNone/>
            </a:pPr>
            <a:r>
              <a:rPr lang="en-US" sz="2400" dirty="0"/>
              <a:t>Output: </a:t>
            </a:r>
            <a:r>
              <a:rPr lang="en-US" sz="2400" b="1" dirty="0"/>
              <a:t>Remediation Plan / Action Items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36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5800-CD72-E05D-57E8-96A7F0A67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4638"/>
            <a:ext cx="8229600" cy="601662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solidFill>
                  <a:srgbClr val="0070C0"/>
                </a:solidFill>
              </a:rPr>
            </a:br>
            <a:r>
              <a:rPr lang="en-US" sz="3100" b="1" dirty="0">
                <a:solidFill>
                  <a:schemeClr val="tx2"/>
                </a:solidFill>
              </a:rPr>
              <a:t>5. Issue Identification &amp; Remediation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314BC-7084-E7B7-A20F-5683033DE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7600"/>
            <a:ext cx="3848100" cy="50085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Approval Hierarchy</a:t>
            </a:r>
          </a:p>
          <a:p>
            <a:r>
              <a:rPr lang="en-US" b="1" dirty="0"/>
              <a:t>Low / Medium Risk</a:t>
            </a:r>
            <a:r>
              <a:rPr lang="en-US" dirty="0"/>
              <a:t> → Risk Manager </a:t>
            </a:r>
          </a:p>
          <a:p>
            <a:r>
              <a:rPr lang="en-US" b="1" dirty="0"/>
              <a:t>High Risk</a:t>
            </a:r>
            <a:r>
              <a:rPr lang="en-US" dirty="0"/>
              <a:t> → Security Leadership / CISO </a:t>
            </a:r>
          </a:p>
          <a:p>
            <a:r>
              <a:rPr lang="en-US" b="1" dirty="0"/>
              <a:t>Critical Risk</a:t>
            </a:r>
            <a:r>
              <a:rPr lang="en-US" dirty="0"/>
              <a:t> → Risk Committee / Senior Leadership </a:t>
            </a:r>
          </a:p>
          <a:p>
            <a:pPr marL="0" indent="0">
              <a:buNone/>
            </a:pPr>
            <a:r>
              <a:rPr lang="en-US" dirty="0"/>
              <a:t>Approval level depends on residual risk severity.</a:t>
            </a: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Approve with Conditions</a:t>
            </a:r>
          </a:p>
          <a:p>
            <a:r>
              <a:rPr lang="en-US" dirty="0"/>
              <a:t>Time-bound remediation </a:t>
            </a:r>
          </a:p>
          <a:p>
            <a:r>
              <a:rPr lang="en-US" dirty="0"/>
              <a:t>Enhanced monitoring </a:t>
            </a:r>
          </a:p>
          <a:p>
            <a:r>
              <a:rPr lang="en-US" dirty="0"/>
              <a:t>Additional contractual controls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Risk Acceptance</a:t>
            </a:r>
          </a:p>
          <a:p>
            <a:r>
              <a:rPr lang="en-US" dirty="0"/>
              <a:t>Required when residual risk exceeds appetite</a:t>
            </a:r>
          </a:p>
          <a:p>
            <a:r>
              <a:rPr lang="en-US" dirty="0"/>
              <a:t>Formal documentation </a:t>
            </a:r>
          </a:p>
          <a:p>
            <a:r>
              <a:rPr lang="en-US" dirty="0"/>
              <a:t>Business Owner + Risk Leadership sign-off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Validity</a:t>
            </a:r>
          </a:p>
          <a:p>
            <a:r>
              <a:rPr lang="en-US" dirty="0"/>
              <a:t>Time-bound approval </a:t>
            </a:r>
          </a:p>
          <a:p>
            <a:r>
              <a:rPr lang="en-US" dirty="0"/>
              <a:t>Requires periodic review / renewal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E701E-C0D9-8395-92E2-61557E209754}"/>
              </a:ext>
            </a:extLst>
          </p:cNvPr>
          <p:cNvSpPr txBox="1"/>
          <p:nvPr/>
        </p:nvSpPr>
        <p:spPr>
          <a:xfrm>
            <a:off x="4305300" y="1094184"/>
            <a:ext cx="45085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Final Risk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Vendor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Inherent &amp; Residual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Key findings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Remediation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Final decision 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Key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Total vendors assessed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Open findings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SLA adherence </a:t>
            </a:r>
          </a:p>
          <a:p>
            <a:endParaRPr lang="en-US" sz="1600" b="1" dirty="0"/>
          </a:p>
          <a:p>
            <a:r>
              <a:rPr lang="en-US" sz="1600" b="1" dirty="0">
                <a:solidFill>
                  <a:schemeClr val="accent1"/>
                </a:solidFill>
              </a:rPr>
              <a:t>Link to Monitoring </a:t>
            </a:r>
          </a:p>
          <a:p>
            <a:r>
              <a:rPr lang="en-US" sz="1600" dirty="0"/>
              <a:t>Approved vendors move to continuous monitoring: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Periodic reassessment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Trigger-based reviews 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RSA Archer</a:t>
            </a:r>
            <a:r>
              <a:rPr lang="en-US" sz="1600" dirty="0"/>
              <a:t> → Approval workflow, documentation, reporting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4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4CA4A-603A-B7C1-79BB-87FAB5DB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262"/>
            <a:ext cx="8229600" cy="572190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chemeClr val="tx2"/>
                </a:solidFill>
              </a:rPr>
              <a:t>6. Risk Acceptance / Approval</a:t>
            </a:r>
          </a:p>
          <a:p>
            <a:pPr marL="0" indent="0">
              <a:buNone/>
            </a:pPr>
            <a:r>
              <a:rPr lang="en-US" b="1" dirty="0"/>
              <a:t>Decision makers:</a:t>
            </a:r>
          </a:p>
          <a:p>
            <a:r>
              <a:rPr lang="en-US" dirty="0"/>
              <a:t>Risk team </a:t>
            </a:r>
          </a:p>
          <a:p>
            <a:r>
              <a:rPr lang="en-US" dirty="0"/>
              <a:t>Business owner </a:t>
            </a:r>
          </a:p>
          <a:p>
            <a:r>
              <a:rPr lang="en-US" dirty="0"/>
              <a:t>Security leadership </a:t>
            </a:r>
          </a:p>
          <a:p>
            <a:pPr marL="0" indent="0">
              <a:buNone/>
            </a:pPr>
            <a:r>
              <a:rPr lang="en-US" b="1" dirty="0"/>
              <a:t>Outcomes:</a:t>
            </a:r>
          </a:p>
          <a:p>
            <a:r>
              <a:rPr lang="en-US" dirty="0"/>
              <a:t>Approve </a:t>
            </a:r>
          </a:p>
          <a:p>
            <a:r>
              <a:rPr lang="en-US" dirty="0"/>
              <a:t>Approve with conditions </a:t>
            </a:r>
          </a:p>
          <a:p>
            <a:r>
              <a:rPr lang="en-US" dirty="0"/>
              <a:t>Reject vendor </a:t>
            </a:r>
          </a:p>
          <a:p>
            <a:pPr marL="0" indent="0">
              <a:buNone/>
            </a:pPr>
            <a:r>
              <a:rPr lang="en-US" b="1" dirty="0"/>
              <a:t>Tool:</a:t>
            </a:r>
          </a:p>
          <a:p>
            <a:r>
              <a:rPr lang="en-US" dirty="0"/>
              <a:t>RSA Archer </a:t>
            </a:r>
          </a:p>
          <a:p>
            <a:r>
              <a:rPr lang="en-US" dirty="0"/>
              <a:t>Output: </a:t>
            </a:r>
            <a:r>
              <a:rPr lang="en-US" b="1" dirty="0"/>
              <a:t>Final Risk Decision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65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1C6A-B2C0-BE60-93D2-01F75E90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896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70C0"/>
                </a:solidFill>
              </a:rPr>
            </a:br>
            <a:r>
              <a:rPr lang="en-US" sz="4000" b="1" dirty="0">
                <a:solidFill>
                  <a:schemeClr val="tx2"/>
                </a:solidFill>
              </a:rPr>
              <a:t>6. Risk Acceptance / Approval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F657-7C47-F0B0-054A-04B6F9C9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7600"/>
            <a:ext cx="3937000" cy="52446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0" b="1" dirty="0"/>
              <a:t>Governance &amp; Decisions</a:t>
            </a:r>
          </a:p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Approval Hierarchy</a:t>
            </a:r>
          </a:p>
          <a:p>
            <a:r>
              <a:rPr lang="en-US" sz="5600" b="1" dirty="0"/>
              <a:t>Low / Medium Risk</a:t>
            </a:r>
            <a:r>
              <a:rPr lang="en-US" sz="5600" dirty="0"/>
              <a:t> → Risk Manager </a:t>
            </a:r>
          </a:p>
          <a:p>
            <a:r>
              <a:rPr lang="en-US" sz="5600" b="1" dirty="0"/>
              <a:t>High Risk</a:t>
            </a:r>
            <a:r>
              <a:rPr lang="en-US" sz="5600" dirty="0"/>
              <a:t> → Security Leadership / CISO </a:t>
            </a:r>
          </a:p>
          <a:p>
            <a:r>
              <a:rPr lang="en-US" sz="5600" b="1" dirty="0"/>
              <a:t>Critical Risk</a:t>
            </a:r>
            <a:r>
              <a:rPr lang="en-US" sz="5600" dirty="0"/>
              <a:t> → Risk Committee / Senior Leadership </a:t>
            </a:r>
          </a:p>
          <a:p>
            <a:pPr marL="0" indent="0">
              <a:buNone/>
            </a:pPr>
            <a:r>
              <a:rPr lang="en-US" sz="5600" dirty="0"/>
              <a:t>Approval level depends on the severity of residual risk.</a:t>
            </a:r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Approve with Conditions </a:t>
            </a:r>
          </a:p>
          <a:p>
            <a:pPr marL="0" indent="0">
              <a:buNone/>
            </a:pPr>
            <a:r>
              <a:rPr lang="en-US" sz="5600" dirty="0"/>
              <a:t>Vendor allowed with specific requirements, such as: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5600" dirty="0"/>
              <a:t>Time-bound remediation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5600" dirty="0"/>
              <a:t>Enhanced monitoring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5600" dirty="0"/>
              <a:t>Additional contractual controls </a:t>
            </a: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 </a:t>
            </a:r>
            <a:r>
              <a:rPr lang="en-US" sz="6400" b="1" dirty="0">
                <a:solidFill>
                  <a:schemeClr val="accent1"/>
                </a:solidFill>
              </a:rPr>
              <a:t>Risk Acceptance </a:t>
            </a:r>
          </a:p>
          <a:p>
            <a:pPr marL="0" indent="0">
              <a:buNone/>
            </a:pPr>
            <a:r>
              <a:rPr lang="en-US" sz="5600" dirty="0"/>
              <a:t>If residual risk exceeds risk appetite:</a:t>
            </a:r>
          </a:p>
          <a:p>
            <a:r>
              <a:rPr lang="en-US" sz="5600" dirty="0"/>
              <a:t>Formal Risk Acceptance is documented </a:t>
            </a:r>
          </a:p>
          <a:p>
            <a:r>
              <a:rPr lang="en-US" sz="5600" dirty="0"/>
              <a:t>Requires business owner + risk leadership sign-off </a:t>
            </a:r>
          </a:p>
          <a:p>
            <a:pPr marL="0" indent="0">
              <a:buNone/>
            </a:pPr>
            <a:endParaRPr lang="en-US" sz="5600" b="1" dirty="0"/>
          </a:p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Validity Period</a:t>
            </a:r>
          </a:p>
          <a:p>
            <a:r>
              <a:rPr lang="en-US" sz="5600" dirty="0"/>
              <a:t>Risk acceptance is time-bound </a:t>
            </a:r>
          </a:p>
          <a:p>
            <a:r>
              <a:rPr lang="en-US" sz="5600" dirty="0"/>
              <a:t>Requires periodic review / renewal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8E847-8473-3F09-FC9E-97A77B6447E9}"/>
              </a:ext>
            </a:extLst>
          </p:cNvPr>
          <p:cNvSpPr txBox="1"/>
          <p:nvPr/>
        </p:nvSpPr>
        <p:spPr>
          <a:xfrm>
            <a:off x="4660900" y="1117600"/>
            <a:ext cx="42291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Output &amp; Reporting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Final Risk Report</a:t>
            </a:r>
          </a:p>
          <a:p>
            <a:r>
              <a:rPr lang="en-US" sz="1400" dirty="0"/>
              <a:t>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Vendor overview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Risk scores (Inherent &amp; Residual)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Identified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Remediation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 decision </a:t>
            </a:r>
          </a:p>
          <a:p>
            <a:endParaRPr lang="en-US" sz="1400" dirty="0"/>
          </a:p>
          <a:p>
            <a:r>
              <a:rPr lang="en-US" sz="1600" b="1" dirty="0">
                <a:solidFill>
                  <a:schemeClr val="accent1"/>
                </a:solidFill>
              </a:rPr>
              <a:t>Key Metrics Tracked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Number of vendors assessed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Risk Average risk score distribution (Low/Medium/High)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Open vs closed findings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  <a:p>
            <a:r>
              <a:rPr lang="en-US" sz="1600" b="1" dirty="0">
                <a:solidFill>
                  <a:schemeClr val="accent1"/>
                </a:solidFill>
              </a:rPr>
              <a:t>Link to Continuous Monitoring </a:t>
            </a:r>
          </a:p>
          <a:p>
            <a:r>
              <a:rPr lang="en-US" sz="1400" dirty="0"/>
              <a:t>Approved vendors move to continuous monitoring,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Risks are periodically reassessed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 threats or changes trigger reviews 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→ approval → documentation → monitoring</a:t>
            </a:r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3432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F2E7-A6D0-B84E-27ED-CC2F06806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7306"/>
            <a:ext cx="4178300" cy="52498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Monitoring Activities</a:t>
            </a:r>
          </a:p>
          <a:p>
            <a:r>
              <a:rPr lang="en-US" dirty="0"/>
              <a:t>Annual reassessment </a:t>
            </a:r>
          </a:p>
          <a:p>
            <a:r>
              <a:rPr lang="en-US" dirty="0"/>
              <a:t>Trigger-based reviews </a:t>
            </a:r>
          </a:p>
          <a:p>
            <a:r>
              <a:rPr lang="en-US" dirty="0"/>
              <a:t>External risk monitoring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4400" b="1" dirty="0">
                <a:solidFill>
                  <a:schemeClr val="accent1"/>
                </a:solidFill>
              </a:rPr>
              <a:t>External Monitoring </a:t>
            </a:r>
          </a:p>
          <a:p>
            <a:r>
              <a:rPr lang="en-US" dirty="0"/>
              <a:t>Security rating tools (e.g., BitSight, </a:t>
            </a:r>
            <a:r>
              <a:rPr lang="en-US" dirty="0" err="1"/>
              <a:t>SecurityScorecard</a:t>
            </a:r>
            <a:r>
              <a:rPr lang="en-US" dirty="0"/>
              <a:t>) </a:t>
            </a:r>
          </a:p>
          <a:p>
            <a:r>
              <a:rPr lang="en-US" dirty="0"/>
              <a:t>Dark web monitoring </a:t>
            </a:r>
          </a:p>
          <a:p>
            <a:r>
              <a:rPr lang="en-US" dirty="0"/>
              <a:t>Threat intelligence feeds </a:t>
            </a:r>
          </a:p>
          <a:p>
            <a:r>
              <a:rPr lang="en-US" dirty="0"/>
              <a:t>News / breach alerts </a:t>
            </a:r>
            <a:br>
              <a:rPr lang="en-US" dirty="0"/>
            </a:br>
            <a:endParaRPr lang="en-US" sz="4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 Reassessment Triggers </a:t>
            </a:r>
          </a:p>
          <a:p>
            <a:r>
              <a:rPr lang="en-US" dirty="0"/>
              <a:t>Vendor data breach </a:t>
            </a:r>
          </a:p>
          <a:p>
            <a:r>
              <a:rPr lang="en-US" dirty="0"/>
              <a:t>Change in service scope </a:t>
            </a:r>
          </a:p>
          <a:p>
            <a:r>
              <a:rPr lang="en-US" dirty="0"/>
              <a:t>Contract renewal </a:t>
            </a:r>
          </a:p>
          <a:p>
            <a:r>
              <a:rPr lang="en-US" dirty="0"/>
              <a:t>Regulatory changes</a:t>
            </a:r>
          </a:p>
          <a:p>
            <a:r>
              <a:rPr lang="en-US" dirty="0"/>
              <a:t>Mergers &amp; acquisitions (M&amp;A)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B94045-9AD7-A83F-9073-1C81F6F53226}"/>
              </a:ext>
            </a:extLst>
          </p:cNvPr>
          <p:cNvSpPr txBox="1"/>
          <p:nvPr/>
        </p:nvSpPr>
        <p:spPr>
          <a:xfrm>
            <a:off x="4635500" y="1062624"/>
            <a:ext cx="44323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Automation vs Manual</a:t>
            </a:r>
          </a:p>
          <a:p>
            <a:r>
              <a:rPr lang="en-US" b="1" dirty="0"/>
              <a:t>Automated: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External risk scores </a:t>
            </a:r>
          </a:p>
          <a:p>
            <a:pPr lvl="1"/>
            <a:r>
              <a:rPr lang="en-US" dirty="0"/>
              <a:t>Alerts &amp; notifications </a:t>
            </a:r>
          </a:p>
          <a:p>
            <a:r>
              <a:rPr lang="en-US" b="1" dirty="0"/>
              <a:t>Manual: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Periodic reassessments </a:t>
            </a:r>
          </a:p>
          <a:p>
            <a:pPr lvl="1"/>
            <a:r>
              <a:rPr lang="en-US" dirty="0"/>
              <a:t>Analyst reviews </a:t>
            </a:r>
          </a:p>
          <a:p>
            <a:br>
              <a:rPr lang="en-US" sz="2400" dirty="0"/>
            </a:br>
            <a:r>
              <a:rPr lang="en-US" sz="2400" b="1" dirty="0">
                <a:solidFill>
                  <a:schemeClr val="accent1"/>
                </a:solidFill>
              </a:rPr>
              <a:t>Key Risk Indicators (KRIs)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Vendor risk score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open findings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SLA breaches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Incident frequency </a:t>
            </a:r>
          </a:p>
          <a:p>
            <a:endParaRPr lang="en-US" b="1" dirty="0"/>
          </a:p>
          <a:p>
            <a:r>
              <a:rPr lang="en-US" sz="2400" b="1" dirty="0">
                <a:solidFill>
                  <a:schemeClr val="accent1"/>
                </a:solidFill>
              </a:rPr>
              <a:t> Tools</a:t>
            </a:r>
          </a:p>
          <a:p>
            <a:r>
              <a:rPr lang="en-US" dirty="0" err="1"/>
              <a:t>OneTrust</a:t>
            </a:r>
            <a:r>
              <a:rPr lang="en-US" dirty="0"/>
              <a:t> </a:t>
            </a:r>
          </a:p>
          <a:p>
            <a:r>
              <a:rPr lang="en-US" dirty="0"/>
              <a:t>RSA Archer </a:t>
            </a:r>
          </a:p>
          <a:p>
            <a:r>
              <a:rPr lang="en-US" dirty="0"/>
              <a:t>External monitoring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839D3-BAD8-F860-2E9D-7B0533DE8503}"/>
              </a:ext>
            </a:extLst>
          </p:cNvPr>
          <p:cNvSpPr txBox="1"/>
          <p:nvPr/>
        </p:nvSpPr>
        <p:spPr>
          <a:xfrm>
            <a:off x="1028700" y="293469"/>
            <a:ext cx="7086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7. Continuous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48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F1A8-2EED-0AE0-7E8F-F63DCD7C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Step 8: Vendor Offboarding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9FE9E-DE06-0FB5-AC64-0EC5B1D55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1900"/>
            <a:ext cx="8547100" cy="53514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Offboarding Checklist </a:t>
            </a:r>
          </a:p>
          <a:p>
            <a:pPr marL="0" indent="0">
              <a:buNone/>
            </a:pPr>
            <a:r>
              <a:rPr lang="en-US" dirty="0"/>
              <a:t>Revoke system access </a:t>
            </a:r>
          </a:p>
          <a:p>
            <a:r>
              <a:rPr lang="en-US" dirty="0"/>
              <a:t>Terminate contracts </a:t>
            </a:r>
          </a:p>
          <a:p>
            <a:r>
              <a:rPr lang="en-US" dirty="0"/>
              <a:t>Retrieve or delete data </a:t>
            </a:r>
          </a:p>
          <a:p>
            <a:r>
              <a:rPr lang="en-US" dirty="0"/>
              <a:t>Disable integrations </a:t>
            </a:r>
          </a:p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Data Destruction Verification</a:t>
            </a:r>
          </a:p>
          <a:p>
            <a:r>
              <a:rPr lang="en-US" dirty="0"/>
              <a:t>Vendors must provide a Certificate of Destruction or equivalent proof.</a:t>
            </a:r>
          </a:p>
          <a:p>
            <a:pPr marL="0" indent="0">
              <a:buNone/>
            </a:pPr>
            <a:r>
              <a:rPr lang="en-US" dirty="0"/>
              <a:t>Transition Risk </a:t>
            </a:r>
          </a:p>
          <a:p>
            <a:pPr marL="0" indent="0">
              <a:buNone/>
            </a:pPr>
            <a:r>
              <a:rPr lang="en-US" dirty="0"/>
              <a:t>Migration to new vendor </a:t>
            </a:r>
          </a:p>
          <a:p>
            <a:r>
              <a:rPr lang="en-US" dirty="0"/>
              <a:t>Ensure no data loss or exposure </a:t>
            </a:r>
          </a:p>
          <a:p>
            <a:r>
              <a:rPr lang="en-US" dirty="0"/>
              <a:t>Maintain business continuity </a:t>
            </a:r>
          </a:p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Offboarding Timeline</a:t>
            </a:r>
          </a:p>
          <a:p>
            <a:r>
              <a:rPr lang="en-US" dirty="0"/>
              <a:t>Typically aligned with contract termination timelines and data retention policies.</a:t>
            </a:r>
          </a:p>
          <a:p>
            <a:pPr marL="0" indent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Documentation Retention</a:t>
            </a:r>
          </a:p>
          <a:p>
            <a:r>
              <a:rPr lang="en-US" dirty="0"/>
              <a:t>Retain: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Contracts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Risk assessments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Audit logs </a:t>
            </a:r>
          </a:p>
          <a:p>
            <a:pPr marL="0" indent="0">
              <a:buNone/>
            </a:pPr>
            <a:r>
              <a:rPr lang="en-US" dirty="0"/>
              <a:t>Retained as per regulatory and internal policy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05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D4BB9-25CA-E4FE-8B2C-7DC2F52E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14" y="276198"/>
            <a:ext cx="7858200" cy="14202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ui-sans-serif"/>
              </a:rPr>
              <a:t>Tools Used in VCRM (MARS)</a:t>
            </a:r>
            <a:endParaRPr lang="en-US" sz="35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2DF19B-96FD-A4EE-B2B0-D48725DC4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575725"/>
              </p:ext>
            </p:extLst>
          </p:nvPr>
        </p:nvGraphicFramePr>
        <p:xfrm>
          <a:off x="825500" y="1866900"/>
          <a:ext cx="7858199" cy="44831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31999">
                  <a:extLst>
                    <a:ext uri="{9D8B030D-6E8A-4147-A177-3AD203B41FA5}">
                      <a16:colId xmlns:a16="http://schemas.microsoft.com/office/drawing/2014/main" val="524449670"/>
                    </a:ext>
                  </a:extLst>
                </a:gridCol>
                <a:gridCol w="2391115">
                  <a:extLst>
                    <a:ext uri="{9D8B030D-6E8A-4147-A177-3AD203B41FA5}">
                      <a16:colId xmlns:a16="http://schemas.microsoft.com/office/drawing/2014/main" val="1468704085"/>
                    </a:ext>
                  </a:extLst>
                </a:gridCol>
                <a:gridCol w="2466669">
                  <a:extLst>
                    <a:ext uri="{9D8B030D-6E8A-4147-A177-3AD203B41FA5}">
                      <a16:colId xmlns:a16="http://schemas.microsoft.com/office/drawing/2014/main" val="2423600540"/>
                    </a:ext>
                  </a:extLst>
                </a:gridCol>
                <a:gridCol w="1568416">
                  <a:extLst>
                    <a:ext uri="{9D8B030D-6E8A-4147-A177-3AD203B41FA5}">
                      <a16:colId xmlns:a16="http://schemas.microsoft.com/office/drawing/2014/main" val="3040725348"/>
                    </a:ext>
                  </a:extLst>
                </a:gridCol>
              </a:tblGrid>
              <a:tr h="523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accent1"/>
                          </a:solidFill>
                        </a:rPr>
                        <a:t>Tool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accent1"/>
                          </a:solidFill>
                        </a:rPr>
                        <a:t>Key Usage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accent1"/>
                          </a:solidFill>
                        </a:rPr>
                        <a:t>Modules / Features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accent1"/>
                          </a:solidFill>
                        </a:rPr>
                        <a:t>VCRM Step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867021"/>
                  </a:ext>
                </a:extLst>
              </a:tr>
              <a:tr h="79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ServiceNow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Intake &amp; issue tracking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ITSM / GRC workflows, ticketing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Step 1, Step 5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1967"/>
                  </a:ext>
                </a:extLst>
              </a:tr>
              <a:tr h="79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RSA Archer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Risk scoring &amp; governance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500" cap="none" spc="0">
                          <a:solidFill>
                            <a:schemeClr val="tx1"/>
                          </a:solidFill>
                        </a:rPr>
                        <a:t>Vendor Risk Mgmt, Risk Register, Issue Mgmt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Step 4, 6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599439"/>
                  </a:ext>
                </a:extLst>
              </a:tr>
              <a:tr h="79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OneTrust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Vendor assessments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Third-Party Risk Mgmt, questionnaires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Step 2, 3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753188"/>
                  </a:ext>
                </a:extLst>
              </a:tr>
              <a:tr h="79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Mirato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 questionnaire analysis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Response mapping, gap identification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Step 3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149851"/>
                  </a:ext>
                </a:extLst>
              </a:tr>
              <a:tr h="79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BitSight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External risk monitoring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Security ratings, threat signals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Step 7</a:t>
                      </a:r>
                    </a:p>
                  </a:txBody>
                  <a:tcPr marL="78262" marR="55902" marT="55902" marB="111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05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682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70FF-9300-93AD-06B2-B2A91A94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17D02-120C-3E6A-043C-2218B9635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77779"/>
            <a:ext cx="3644900" cy="43024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ServiceNow</a:t>
            </a:r>
          </a:p>
          <a:p>
            <a:pPr marL="0" indent="0">
              <a:buNone/>
            </a:pPr>
            <a:r>
              <a:rPr lang="en-US" sz="1900" dirty="0"/>
              <a:t>Vendor intake forms</a:t>
            </a:r>
          </a:p>
          <a:p>
            <a:pPr marL="0" indent="0">
              <a:buNone/>
            </a:pPr>
            <a:r>
              <a:rPr lang="en-US" sz="1900" dirty="0"/>
              <a:t>Workflow routing &amp; approvals</a:t>
            </a:r>
          </a:p>
          <a:p>
            <a:pPr marL="0" indent="0">
              <a:buNone/>
            </a:pPr>
            <a:r>
              <a:rPr lang="en-US" sz="1900" dirty="0"/>
              <a:t>Issue/remediation tracking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RSA Archer</a:t>
            </a:r>
          </a:p>
          <a:p>
            <a:r>
              <a:rPr lang="en-US" sz="1900" dirty="0"/>
              <a:t>Risk register </a:t>
            </a:r>
          </a:p>
          <a:p>
            <a:r>
              <a:rPr lang="en-US" sz="1900" dirty="0"/>
              <a:t>Risk scoring (Inherent &amp; Residual)</a:t>
            </a:r>
          </a:p>
          <a:p>
            <a:r>
              <a:rPr lang="en-US" sz="1900" dirty="0"/>
              <a:t>Governance </a:t>
            </a:r>
          </a:p>
          <a:p>
            <a:r>
              <a:rPr lang="en-US" sz="1900" dirty="0"/>
              <a:t>Approval workflows</a:t>
            </a:r>
          </a:p>
          <a:p>
            <a:pPr marL="0" indent="0">
              <a:buNone/>
            </a:pPr>
            <a:r>
              <a:rPr lang="en-US" sz="1900" b="1" dirty="0" err="1">
                <a:solidFill>
                  <a:srgbClr val="0070C0"/>
                </a:solidFill>
              </a:rPr>
              <a:t>OneTrust</a:t>
            </a:r>
            <a:endParaRPr lang="en-US" sz="1900" b="1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Questionnaires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Evidence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Vendor risk profiling</a:t>
            </a:r>
          </a:p>
          <a:p>
            <a:endParaRPr lang="en-US" sz="1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392F2-6E41-9677-C60C-33E6A7F47F60}"/>
              </a:ext>
            </a:extLst>
          </p:cNvPr>
          <p:cNvSpPr txBox="1"/>
          <p:nvPr/>
        </p:nvSpPr>
        <p:spPr>
          <a:xfrm>
            <a:off x="4711700" y="1117600"/>
            <a:ext cx="3792221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Mirato</a:t>
            </a:r>
            <a:endParaRPr lang="en-US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Questionnaires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Maps answers to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 gaps/inconsistencies</a:t>
            </a:r>
          </a:p>
          <a:p>
            <a:r>
              <a:rPr lang="en-US" b="1" dirty="0">
                <a:solidFill>
                  <a:srgbClr val="0070C0"/>
                </a:solidFill>
              </a:rPr>
              <a:t>BitSight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gives organizations a cybersecurity score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Tracks vulnerabilities, breaches, patching  posture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Continuous monitoring</a:t>
            </a:r>
          </a:p>
          <a:p>
            <a:r>
              <a:rPr lang="en-US" b="1" dirty="0">
                <a:solidFill>
                  <a:schemeClr val="accent1"/>
                </a:solidFill>
              </a:rPr>
              <a:t>Other Supporting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→ Vendor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SharePoint → Document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BI → Reporting dashboards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F744F-A2EB-08FF-469E-D34B2CE5A77F}"/>
              </a:ext>
            </a:extLst>
          </p:cNvPr>
          <p:cNvSpPr txBox="1"/>
          <p:nvPr/>
        </p:nvSpPr>
        <p:spPr>
          <a:xfrm>
            <a:off x="640079" y="5395555"/>
            <a:ext cx="8669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ServiceNow → </a:t>
            </a:r>
            <a:r>
              <a:rPr lang="en-US" sz="24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OneTrust</a:t>
            </a:r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Mirato</a:t>
            </a:r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RSA Archer → BitSight</a:t>
            </a:r>
          </a:p>
        </p:txBody>
      </p:sp>
    </p:spTree>
    <p:extLst>
      <p:ext uri="{BB962C8B-B14F-4D97-AF65-F5344CB8AC3E}">
        <p14:creationId xmlns:p14="http://schemas.microsoft.com/office/powerpoint/2010/main" val="2545586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7EC4-4577-2DC7-B138-95069DD9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758"/>
            <a:ext cx="8229600" cy="6016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Tools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6E2F-59BC-2A71-44F2-B69F5EBCE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3420"/>
            <a:ext cx="8229600" cy="592876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/>
              <a:t>Q1. What modules of ServiceNow are used and what workflows are configured?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Mars uses ServiceNow  VRM modules for vendor intake and tracking. mention Pending Customer, Pending Vendor, WIP, Cancelled, Closed Complete and closed incomplete</a:t>
            </a: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Q2. What use cases of RSA Archer are used?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Archer is used for Vendor Risk Management, Risk Register, and Issues Management. It helps in calculating inherent and residual risk, tracking remediation actions, and maintaining audit trails.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Q3. Which module of </a:t>
            </a:r>
            <a:r>
              <a:rPr lang="en-US" sz="4800" b="1" dirty="0" err="1"/>
              <a:t>OneTrust</a:t>
            </a:r>
            <a:r>
              <a:rPr lang="en-US" sz="4800" b="1" dirty="0"/>
              <a:t> is used?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The Third-Party Risk Management (TPRM) module is used. It supports vendor questionnaires, document collection (ISO, SOC, VAPT).</a:t>
            </a:r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r>
              <a:rPr lang="en-US" sz="4800" b="1" dirty="0"/>
              <a:t>Q4. How does </a:t>
            </a:r>
            <a:r>
              <a:rPr lang="en-US" sz="4800" b="1" dirty="0" err="1"/>
              <a:t>Mirato</a:t>
            </a:r>
            <a:r>
              <a:rPr lang="en-US" sz="4800" b="1" dirty="0"/>
              <a:t> work?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</a:t>
            </a:r>
            <a:r>
              <a:rPr lang="en-US" sz="4800" dirty="0" err="1"/>
              <a:t>Mirato</a:t>
            </a:r>
            <a:r>
              <a:rPr lang="en-US" sz="4800" dirty="0"/>
              <a:t> uses AI to auto-fill questionnaires using previous responses and industry mappings. It reduces manual effort by ~60–80% and speeds up vendor response time while improving consistency.</a:t>
            </a:r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r>
              <a:rPr lang="en-US" sz="4800" b="1" dirty="0"/>
              <a:t>Q5. What does BitSight track?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BitSight tracks vendor security ratings (0–900), vulnerabilities, malware exposure, patching performance, and DNS health. Scores are typically refreshed daily and used for continuous monitoring.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Q6. How do these tools integrate with each other?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ServiceNow acts as the central hub. Vendor requests initiate in ServiceNow, questionnaires are managed via </a:t>
            </a:r>
            <a:r>
              <a:rPr lang="en-US" sz="4800" dirty="0" err="1"/>
              <a:t>OneTrust</a:t>
            </a:r>
            <a:r>
              <a:rPr lang="en-US" sz="4800" dirty="0"/>
              <a:t>/</a:t>
            </a:r>
            <a:r>
              <a:rPr lang="en-US" sz="4800" dirty="0" err="1"/>
              <a:t>Mirato</a:t>
            </a:r>
            <a:r>
              <a:rPr lang="en-US" sz="4800" dirty="0"/>
              <a:t>, risk is evaluated in Archer, findings are tracked back in ServiceNow, and ongoing monitoring is done via BitSight.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Q7. Are there any additional tools used?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r>
              <a:rPr lang="en-US" sz="4800" dirty="0"/>
              <a:t> Yes—Outlook for communication, SharePoint for document storage.</a:t>
            </a:r>
          </a:p>
          <a:p>
            <a:pPr marL="0" indent="0">
              <a:buNone/>
            </a:pPr>
            <a:r>
              <a:rPr lang="en-US" sz="4800" b="1" dirty="0"/>
              <a:t>Q8. How are these tools mapped to the VCRM lifecycle?</a:t>
            </a:r>
          </a:p>
          <a:p>
            <a:pPr marL="0" indent="0">
              <a:buNone/>
            </a:pPr>
            <a:r>
              <a:rPr lang="en-US" sz="4800" b="1" dirty="0"/>
              <a:t>A:</a:t>
            </a:r>
            <a:endParaRPr lang="en-US" sz="4800" dirty="0"/>
          </a:p>
          <a:p>
            <a:r>
              <a:rPr lang="en-US" sz="4800" dirty="0"/>
              <a:t>Intake: ServiceNow</a:t>
            </a:r>
          </a:p>
          <a:p>
            <a:r>
              <a:rPr lang="en-US" sz="4800" dirty="0"/>
              <a:t>Assessment: </a:t>
            </a:r>
            <a:r>
              <a:rPr lang="en-US" sz="4800" dirty="0" err="1"/>
              <a:t>OneTrust</a:t>
            </a:r>
            <a:r>
              <a:rPr lang="en-US" sz="4800" dirty="0"/>
              <a:t> / </a:t>
            </a:r>
            <a:r>
              <a:rPr lang="en-US" sz="4800" dirty="0" err="1"/>
              <a:t>Mirato</a:t>
            </a:r>
            <a:endParaRPr lang="en-US" sz="4800" dirty="0"/>
          </a:p>
          <a:p>
            <a:r>
              <a:rPr lang="en-US" sz="4800" dirty="0"/>
              <a:t>Risk Evaluation: Archer</a:t>
            </a:r>
          </a:p>
          <a:p>
            <a:r>
              <a:rPr lang="en-US" sz="4800" dirty="0"/>
              <a:t>Tracking: ServiceNow</a:t>
            </a:r>
          </a:p>
          <a:p>
            <a:r>
              <a:rPr lang="en-US" sz="4800" dirty="0"/>
              <a:t>Monitoring: BitSight</a:t>
            </a:r>
          </a:p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91594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7675-B303-ACCB-149F-DB36DD1A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676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MARS Client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504DF-B8D1-0A46-52A5-77EB85D84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222408"/>
            <a:ext cx="8138160" cy="49570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Q:What is the client’s industry and size?</a:t>
            </a:r>
          </a:p>
          <a:p>
            <a:pPr marL="0" indent="0">
              <a:buNone/>
            </a:pPr>
            <a:r>
              <a:rPr lang="en-US" sz="2400" b="1" dirty="0"/>
              <a:t>A:</a:t>
            </a:r>
            <a:r>
              <a:rPr lang="en-US" sz="2400" dirty="0"/>
              <a:t> Mars, Incorporated operates in the food, confectionery, and pet care industry with a large global presence.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Q: What is the regulatory environment?</a:t>
            </a:r>
          </a:p>
          <a:p>
            <a:pPr marL="0" indent="0">
              <a:buNone/>
            </a:pPr>
            <a:r>
              <a:rPr lang="en-US" sz="2400" b="1" dirty="0"/>
              <a:t>A:</a:t>
            </a:r>
            <a:r>
              <a:rPr lang="en-US" sz="2400" dirty="0"/>
              <a:t> Mars operates under strict regulatory requirements, including data protection (PII), food safety, and compliance </a:t>
            </a:r>
          </a:p>
          <a:p>
            <a:pPr marL="0" indent="0">
              <a:buNone/>
            </a:pPr>
            <a:r>
              <a:rPr lang="en-US" sz="2400" dirty="0"/>
              <a:t>frameworks like ISO 27001 and SOC 2.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Q: Why is TPRM/VCRM critical for Mars?</a:t>
            </a:r>
          </a:p>
          <a:p>
            <a:pPr marL="0" indent="0">
              <a:buNone/>
            </a:pPr>
            <a:r>
              <a:rPr lang="en-US" sz="2400" b="1" dirty="0"/>
              <a:t>A:</a:t>
            </a:r>
            <a:r>
              <a:rPr lang="en-US" sz="2400" dirty="0"/>
              <a:t> Due to high dependency on third-party vendors, handling of sensitive data, and the need for business continuity and compliance.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11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F696-BDEF-D135-33FB-791DE3BE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2962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MARS Client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F96E-3B57-B85A-9D78-04357FAB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62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Key Challenges &amp; Observations</a:t>
            </a:r>
          </a:p>
          <a:p>
            <a:pPr marL="0" indent="0">
              <a:buNone/>
            </a:pPr>
            <a:r>
              <a:rPr lang="en-US" b="1" dirty="0"/>
              <a:t>Q: What challenges are observed?</a:t>
            </a:r>
          </a:p>
          <a:p>
            <a:pPr marL="0" indent="0">
              <a:buNone/>
            </a:pPr>
            <a:r>
              <a:rPr lang="en-US" b="1" dirty="0"/>
              <a:t>A:</a:t>
            </a:r>
            <a:endParaRPr lang="en-US" dirty="0"/>
          </a:p>
          <a:p>
            <a:r>
              <a:rPr lang="en-US" dirty="0"/>
              <a:t>Delays in vendor responses</a:t>
            </a:r>
          </a:p>
          <a:p>
            <a:r>
              <a:rPr lang="en-US" dirty="0"/>
              <a:t>Incomplete or outdated documentation</a:t>
            </a:r>
          </a:p>
          <a:p>
            <a:r>
              <a:rPr lang="en-US" dirty="0"/>
              <a:t>Multiple follow-ups required</a:t>
            </a:r>
          </a:p>
          <a:p>
            <a:r>
              <a:rPr lang="en-US" dirty="0"/>
              <a:t>Lack of standardization in submissions</a:t>
            </a:r>
          </a:p>
          <a:p>
            <a:pPr marL="0" indent="0">
              <a:buNone/>
            </a:pPr>
            <a:r>
              <a:rPr lang="en-US" b="1" dirty="0"/>
              <a:t> What improvements can be made?</a:t>
            </a:r>
          </a:p>
          <a:p>
            <a:pPr marL="0" indent="0">
              <a:buNone/>
            </a:pPr>
            <a:r>
              <a:rPr lang="en-US" b="1" dirty="0"/>
              <a:t>A:</a:t>
            </a:r>
            <a:endParaRPr lang="en-US" dirty="0"/>
          </a:p>
          <a:p>
            <a:r>
              <a:rPr lang="en-US" dirty="0"/>
              <a:t>Enforce vendor SLAs</a:t>
            </a:r>
          </a:p>
          <a:p>
            <a:r>
              <a:rPr lang="en-US" dirty="0"/>
              <a:t>Use standardized templates</a:t>
            </a:r>
          </a:p>
          <a:p>
            <a:r>
              <a:rPr lang="en-US" dirty="0"/>
              <a:t>Improve tool integration</a:t>
            </a:r>
          </a:p>
          <a:p>
            <a:r>
              <a:rPr lang="en-US" dirty="0"/>
              <a:t>Strengthen communication and escalation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171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1EED-F88A-9AAA-83D1-C1F576AE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MARS Client Context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AAE1FAD-C777-F3D0-88F8-516CF908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1225815"/>
            <a:ext cx="80391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Learnings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 learned how third-party and vendor risk management actually works in a real company like MARS, not just in theory. I understood the full process—from onboarding a vendor, assessing their risk, reviewing their security controls, and tracking issues, to making final approval decisions and continuously monitoring them. I also learned key concepts like inherent vs residual risk, control effectiveness, and how risks are reduced through proper controls. Along with this, I got exposure to tools like ServiceNow,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OneTrust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RSA Archer, and saw how they support the overall workflow. Overall, this experience helped me understand how organizations manage vendor risks in a structured and practical way.</a:t>
            </a:r>
          </a:p>
        </p:txBody>
      </p:sp>
    </p:spTree>
    <p:extLst>
      <p:ext uri="{BB962C8B-B14F-4D97-AF65-F5344CB8AC3E}">
        <p14:creationId xmlns:p14="http://schemas.microsoft.com/office/powerpoint/2010/main" val="31008364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9F76-B37F-C106-2D35-C13773FD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MARS Client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E1446-24BD-1C5E-EB6E-12542349D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chemeClr val="accent1"/>
                </a:solidFill>
              </a:rPr>
              <a:t>Summary &amp; Key Takeaways</a:t>
            </a:r>
          </a:p>
          <a:p>
            <a:pPr marL="0" indent="0">
              <a:buNone/>
            </a:pPr>
            <a:r>
              <a:rPr lang="en-US" sz="3000" dirty="0"/>
              <a:t>I understood that MARS follows a well-structured VCRM process, where vendor risks are assessed based on data sensitivity and business impact. The process relies on multiple tools working together to manage risk end-to-end. I also observed some practical challenges, such as delays from vendors and gaps in documentation, which can impact the assessment process.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757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8619-0F05-FF87-3D0B-E544479E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solidFill>
                  <a:schemeClr val="tx2"/>
                </a:solidFill>
              </a:rPr>
              <a:t>Questions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A028-F6EA-DBF6-12A3-95C21836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Thank you for your time. This presentation covered the end-to-end VCRM process at MARS and key insights from the project. I would be happy to answer any questions or discuss any part in more detail.</a:t>
            </a:r>
          </a:p>
        </p:txBody>
      </p:sp>
    </p:spTree>
    <p:extLst>
      <p:ext uri="{BB962C8B-B14F-4D97-AF65-F5344CB8AC3E}">
        <p14:creationId xmlns:p14="http://schemas.microsoft.com/office/powerpoint/2010/main" val="132037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4796</Words>
  <Application>Microsoft Office PowerPoint</Application>
  <PresentationFormat>On-screen Show (4:3)</PresentationFormat>
  <Paragraphs>880</Paragraphs>
  <Slides>44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Cambria Math</vt:lpstr>
      <vt:lpstr>Graphik Super</vt:lpstr>
      <vt:lpstr>Times New Roman</vt:lpstr>
      <vt:lpstr>ui-sans-serif</vt:lpstr>
      <vt:lpstr>Office Theme</vt:lpstr>
      <vt:lpstr>Managing Risk in a Connected World: TPRM &amp; VCRM Explained   Objective: To demonstrate understanding of TPRM and VCRM concepts and their application in the MARS project.  Presented by: Arshiya Project: MARS Date: 22/04/2026</vt:lpstr>
      <vt:lpstr>Risk vs Threat vs Vulnerability</vt:lpstr>
      <vt:lpstr>Risk vs Threat vs Vulnerability</vt:lpstr>
      <vt:lpstr>Risk Management</vt:lpstr>
      <vt:lpstr>Qualitative vs Quantitative</vt:lpstr>
      <vt:lpstr>Risk Management Life Cycle</vt:lpstr>
      <vt:lpstr>Third Party Risk Management (TPRM)</vt:lpstr>
      <vt:lpstr>TPRM – Real-World Context &amp; Drivers</vt:lpstr>
      <vt:lpstr>TPRM Life Cycle </vt:lpstr>
      <vt:lpstr>TPRM Life Cycle – Detailed Activities</vt:lpstr>
      <vt:lpstr>PowerPoint Presentation</vt:lpstr>
      <vt:lpstr>Inherent Risk vs Residual Risk</vt:lpstr>
      <vt:lpstr>Risk Domains Overview</vt:lpstr>
      <vt:lpstr>Risk Domains – Detailed View</vt:lpstr>
      <vt:lpstr>Risk Domains – Detailed View</vt:lpstr>
      <vt:lpstr>Vendor Cyber Risk Management (VCRM)</vt:lpstr>
      <vt:lpstr>VCRM -Detailed</vt:lpstr>
      <vt:lpstr>VCRM Workflow</vt:lpstr>
      <vt:lpstr>VCRM Workflow – Roles &amp; Governance</vt:lpstr>
      <vt:lpstr>VCRM For MARS</vt:lpstr>
      <vt:lpstr> VCRM for MARS – Step 1: Intake / Request Creation </vt:lpstr>
      <vt:lpstr> VCRM for MARS – Step 1: Intake / Request Creation </vt:lpstr>
      <vt:lpstr>PowerPoint Presentation</vt:lpstr>
      <vt:lpstr> 2. Initial Risk Tiering (Criticality Assessment) </vt:lpstr>
      <vt:lpstr>PowerPoint Presentation</vt:lpstr>
      <vt:lpstr>3. Questionnaire &amp; Due Diligence</vt:lpstr>
      <vt:lpstr>3. Questionnaire &amp; Due Diligence </vt:lpstr>
      <vt:lpstr>PowerPoint Presentation</vt:lpstr>
      <vt:lpstr>4. Risk Assessment (Core VCRM Step)</vt:lpstr>
      <vt:lpstr>4. Risk Assessment (Core VCRM Step)</vt:lpstr>
      <vt:lpstr>PowerPoint Presentation</vt:lpstr>
      <vt:lpstr> 5. Issue Identification &amp; Remediation </vt:lpstr>
      <vt:lpstr>PowerPoint Presentation</vt:lpstr>
      <vt:lpstr> 6. Risk Acceptance / Approval </vt:lpstr>
      <vt:lpstr>PowerPoint Presentation</vt:lpstr>
      <vt:lpstr>Step 8: Vendor Offboarding</vt:lpstr>
      <vt:lpstr>Tools Used in VCRM (MARS)</vt:lpstr>
      <vt:lpstr>Tools Used</vt:lpstr>
      <vt:lpstr>Tools Overview</vt:lpstr>
      <vt:lpstr>MARS Client Context</vt:lpstr>
      <vt:lpstr>MARS Client Context</vt:lpstr>
      <vt:lpstr>MARS Client Context</vt:lpstr>
      <vt:lpstr>MARS Client Context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 Mansoor, Arshiya</cp:lastModifiedBy>
  <cp:revision>5</cp:revision>
  <dcterms:created xsi:type="dcterms:W3CDTF">2013-01-27T09:14:16Z</dcterms:created>
  <dcterms:modified xsi:type="dcterms:W3CDTF">2026-04-24T10:59:02Z</dcterms:modified>
  <cp:category/>
</cp:coreProperties>
</file>